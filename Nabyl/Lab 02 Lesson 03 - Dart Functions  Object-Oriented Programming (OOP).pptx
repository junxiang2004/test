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45"/>
  </p:notesMasterIdLst>
  <p:sldIdLst>
    <p:sldId id="256" r:id="rId2"/>
    <p:sldId id="297" r:id="rId3"/>
    <p:sldId id="261" r:id="rId4"/>
    <p:sldId id="356" r:id="rId5"/>
    <p:sldId id="357" r:id="rId6"/>
    <p:sldId id="358" r:id="rId7"/>
    <p:sldId id="359" r:id="rId8"/>
    <p:sldId id="360" r:id="rId9"/>
    <p:sldId id="363" r:id="rId10"/>
    <p:sldId id="386" r:id="rId11"/>
    <p:sldId id="362" r:id="rId12"/>
    <p:sldId id="365" r:id="rId13"/>
    <p:sldId id="366" r:id="rId14"/>
    <p:sldId id="367" r:id="rId15"/>
    <p:sldId id="368" r:id="rId16"/>
    <p:sldId id="369" r:id="rId17"/>
    <p:sldId id="370" r:id="rId18"/>
    <p:sldId id="371" r:id="rId19"/>
    <p:sldId id="384" r:id="rId20"/>
    <p:sldId id="376" r:id="rId21"/>
    <p:sldId id="372" r:id="rId22"/>
    <p:sldId id="373" r:id="rId23"/>
    <p:sldId id="374" r:id="rId24"/>
    <p:sldId id="377" r:id="rId25"/>
    <p:sldId id="387" r:id="rId26"/>
    <p:sldId id="375" r:id="rId27"/>
    <p:sldId id="379" r:id="rId28"/>
    <p:sldId id="389" r:id="rId29"/>
    <p:sldId id="390" r:id="rId30"/>
    <p:sldId id="391" r:id="rId31"/>
    <p:sldId id="392" r:id="rId32"/>
    <p:sldId id="393" r:id="rId33"/>
    <p:sldId id="395" r:id="rId34"/>
    <p:sldId id="396" r:id="rId35"/>
    <p:sldId id="394" r:id="rId36"/>
    <p:sldId id="397" r:id="rId37"/>
    <p:sldId id="398" r:id="rId38"/>
    <p:sldId id="399" r:id="rId39"/>
    <p:sldId id="400" r:id="rId40"/>
    <p:sldId id="401" r:id="rId41"/>
    <p:sldId id="402" r:id="rId42"/>
    <p:sldId id="403" r:id="rId43"/>
    <p:sldId id="355" r:id="rId44"/>
  </p:sldIdLst>
  <p:sldSz cx="9144000" cy="5143500" type="screen16x9"/>
  <p:notesSz cx="6858000" cy="9144000"/>
  <p:embeddedFontLst>
    <p:embeddedFont>
      <p:font typeface="Roboto Slab" pitchFamily="2" charset="0"/>
      <p:regular r:id="rId46"/>
      <p:bold r:id="rId47"/>
    </p:embeddedFont>
    <p:embeddedFont>
      <p:font typeface="Source Sans Pro" panose="020B0503030403020204" pitchFamily="34" charset="0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B68880AE-4EE7-4DDE-BDF3-D393DDED67D5}">
          <p14:sldIdLst>
            <p14:sldId id="256"/>
            <p14:sldId id="297"/>
            <p14:sldId id="261"/>
            <p14:sldId id="356"/>
            <p14:sldId id="357"/>
            <p14:sldId id="358"/>
            <p14:sldId id="359"/>
            <p14:sldId id="360"/>
            <p14:sldId id="363"/>
            <p14:sldId id="386"/>
            <p14:sldId id="362"/>
            <p14:sldId id="365"/>
            <p14:sldId id="366"/>
            <p14:sldId id="367"/>
            <p14:sldId id="368"/>
            <p14:sldId id="369"/>
            <p14:sldId id="370"/>
            <p14:sldId id="371"/>
            <p14:sldId id="384"/>
            <p14:sldId id="376"/>
            <p14:sldId id="372"/>
            <p14:sldId id="373"/>
            <p14:sldId id="374"/>
            <p14:sldId id="377"/>
            <p14:sldId id="387"/>
            <p14:sldId id="375"/>
            <p14:sldId id="379"/>
            <p14:sldId id="389"/>
            <p14:sldId id="390"/>
            <p14:sldId id="391"/>
            <p14:sldId id="392"/>
            <p14:sldId id="393"/>
            <p14:sldId id="395"/>
            <p14:sldId id="396"/>
            <p14:sldId id="394"/>
            <p14:sldId id="397"/>
            <p14:sldId id="398"/>
            <p14:sldId id="399"/>
            <p14:sldId id="400"/>
            <p14:sldId id="401"/>
            <p14:sldId id="402"/>
            <p14:sldId id="403"/>
            <p14:sldId id="35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259F65-88B4-415E-B58D-46BAC0CBDCB2}" v="245" dt="2025-10-27T15:29:36.136"/>
    <p1510:client id="{C4323210-F491-4494-811A-4B6666ABA05D}" v="96" dt="2025-10-27T06:58:14.666"/>
  </p1510:revLst>
</p1510:revInfo>
</file>

<file path=ppt/tableStyles.xml><?xml version="1.0" encoding="utf-8"?>
<a:tblStyleLst xmlns:a="http://schemas.openxmlformats.org/drawingml/2006/main" def="{701FB10D-A61A-4DE4-8506-F670E7A89527}">
  <a:tblStyle styleId="{701FB10D-A61A-4DE4-8506-F670E7A8952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398DAF6-0271-4389-B3DC-BA433CC306D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17" autoAdjust="0"/>
  </p:normalViewPr>
  <p:slideViewPr>
    <p:cSldViewPr snapToGrid="0">
      <p:cViewPr>
        <p:scale>
          <a:sx n="100" d="100"/>
          <a:sy n="100" d="100"/>
        </p:scale>
        <p:origin x="1914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font" Target="fonts/font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IRFAN NABYL BIN MOHAMAD YAAKUB" userId="5f5f9c1a-70e9-4026-b845-667d53078a67" providerId="ADAL" clId="{11632BAE-72A1-4230-A35C-6889FA50FFB2}"/>
    <pc:docChg chg="undo redo custSel addSld delSld modSld sldOrd modSection">
      <pc:chgData name="MUHAMMAD IRFAN NABYL BIN MOHAMAD YAAKUB" userId="5f5f9c1a-70e9-4026-b845-667d53078a67" providerId="ADAL" clId="{11632BAE-72A1-4230-A35C-6889FA50FFB2}" dt="2025-10-27T07:02:21.421" v="2024" actId="13926"/>
      <pc:docMkLst>
        <pc:docMk/>
      </pc:docMkLst>
      <pc:sldChg chg="addSp modSp mod">
        <pc:chgData name="MUHAMMAD IRFAN NABYL BIN MOHAMAD YAAKUB" userId="5f5f9c1a-70e9-4026-b845-667d53078a67" providerId="ADAL" clId="{11632BAE-72A1-4230-A35C-6889FA50FFB2}" dt="2025-10-27T03:30:21.709" v="23" actId="1076"/>
        <pc:sldMkLst>
          <pc:docMk/>
          <pc:sldMk cId="0" sldId="256"/>
        </pc:sldMkLst>
        <pc:spChg chg="add mod">
          <ac:chgData name="MUHAMMAD IRFAN NABYL BIN MOHAMAD YAAKUB" userId="5f5f9c1a-70e9-4026-b845-667d53078a67" providerId="ADAL" clId="{11632BAE-72A1-4230-A35C-6889FA50FFB2}" dt="2025-10-27T03:30:21.709" v="23" actId="1076"/>
          <ac:spMkLst>
            <pc:docMk/>
            <pc:sldMk cId="0" sldId="256"/>
            <ac:spMk id="2" creationId="{FFF35418-BBC9-D976-6BC2-F17CE2E2A125}"/>
          </ac:spMkLst>
        </pc:spChg>
        <pc:spChg chg="mod">
          <ac:chgData name="MUHAMMAD IRFAN NABYL BIN MOHAMAD YAAKUB" userId="5f5f9c1a-70e9-4026-b845-667d53078a67" providerId="ADAL" clId="{11632BAE-72A1-4230-A35C-6889FA50FFB2}" dt="2025-10-27T03:29:41.932" v="0" actId="20577"/>
          <ac:spMkLst>
            <pc:docMk/>
            <pc:sldMk cId="0" sldId="256"/>
            <ac:spMk id="70" creationId="{00000000-0000-0000-0000-000000000000}"/>
          </ac:spMkLst>
        </pc:spChg>
      </pc:sldChg>
      <pc:sldChg chg="addSp delSp modSp add mod modNotes">
        <pc:chgData name="MUHAMMAD IRFAN NABYL BIN MOHAMAD YAAKUB" userId="5f5f9c1a-70e9-4026-b845-667d53078a67" providerId="ADAL" clId="{11632BAE-72A1-4230-A35C-6889FA50FFB2}" dt="2025-10-27T04:30:17.524" v="302" actId="6549"/>
        <pc:sldMkLst>
          <pc:docMk/>
          <pc:sldMk cId="0" sldId="261"/>
        </pc:sldMkLst>
        <pc:spChg chg="add del mod">
          <ac:chgData name="MUHAMMAD IRFAN NABYL BIN MOHAMAD YAAKUB" userId="5f5f9c1a-70e9-4026-b845-667d53078a67" providerId="ADAL" clId="{11632BAE-72A1-4230-A35C-6889FA50FFB2}" dt="2025-10-27T04:20:08.674" v="238" actId="478"/>
          <ac:spMkLst>
            <pc:docMk/>
            <pc:sldMk cId="0" sldId="261"/>
            <ac:spMk id="2" creationId="{80F0DB74-18F7-03C8-C71D-0DEA2C599E3B}"/>
          </ac:spMkLst>
        </pc:spChg>
        <pc:spChg chg="mod">
          <ac:chgData name="MUHAMMAD IRFAN NABYL BIN MOHAMAD YAAKUB" userId="5f5f9c1a-70e9-4026-b845-667d53078a67" providerId="ADAL" clId="{11632BAE-72A1-4230-A35C-6889FA50FFB2}" dt="2025-10-27T03:36:33.847" v="46" actId="20577"/>
          <ac:spMkLst>
            <pc:docMk/>
            <pc:sldMk cId="0" sldId="261"/>
            <ac:spMk id="110" creationId="{00000000-0000-0000-0000-000000000000}"/>
          </ac:spMkLst>
        </pc:spChg>
        <pc:spChg chg="mod">
          <ac:chgData name="MUHAMMAD IRFAN NABYL BIN MOHAMAD YAAKUB" userId="5f5f9c1a-70e9-4026-b845-667d53078a67" providerId="ADAL" clId="{11632BAE-72A1-4230-A35C-6889FA50FFB2}" dt="2025-10-27T04:30:17.524" v="302" actId="6549"/>
          <ac:spMkLst>
            <pc:docMk/>
            <pc:sldMk cId="0" sldId="261"/>
            <ac:spMk id="111" creationId="{00000000-0000-0000-0000-000000000000}"/>
          </ac:spMkLst>
        </pc:spChg>
      </pc:sldChg>
      <pc:sldChg chg="add del">
        <pc:chgData name="MUHAMMAD IRFAN NABYL BIN MOHAMAD YAAKUB" userId="5f5f9c1a-70e9-4026-b845-667d53078a67" providerId="ADAL" clId="{11632BAE-72A1-4230-A35C-6889FA50FFB2}" dt="2025-10-27T03:34:04.744" v="39"/>
        <pc:sldMkLst>
          <pc:docMk/>
          <pc:sldMk cId="0" sldId="263"/>
        </pc:sldMkLst>
      </pc:sldChg>
      <pc:sldChg chg="addSp delSp modSp del mod">
        <pc:chgData name="MUHAMMAD IRFAN NABYL BIN MOHAMAD YAAKUB" userId="5f5f9c1a-70e9-4026-b845-667d53078a67" providerId="ADAL" clId="{11632BAE-72A1-4230-A35C-6889FA50FFB2}" dt="2025-10-27T03:33:23.002" v="33" actId="47"/>
        <pc:sldMkLst>
          <pc:docMk/>
          <pc:sldMk cId="1577031682" sldId="317"/>
        </pc:sldMkLst>
        <pc:spChg chg="mod">
          <ac:chgData name="MUHAMMAD IRFAN NABYL BIN MOHAMAD YAAKUB" userId="5f5f9c1a-70e9-4026-b845-667d53078a67" providerId="ADAL" clId="{11632BAE-72A1-4230-A35C-6889FA50FFB2}" dt="2025-10-27T03:32:43.915" v="28" actId="20577"/>
          <ac:spMkLst>
            <pc:docMk/>
            <pc:sldMk cId="1577031682" sldId="317"/>
            <ac:spMk id="2" creationId="{D6FDB148-30D7-62E7-B0B8-645AACD9AC3F}"/>
          </ac:spMkLst>
        </pc:spChg>
        <pc:spChg chg="add del">
          <ac:chgData name="MUHAMMAD IRFAN NABYL BIN MOHAMAD YAAKUB" userId="5f5f9c1a-70e9-4026-b845-667d53078a67" providerId="ADAL" clId="{11632BAE-72A1-4230-A35C-6889FA50FFB2}" dt="2025-10-27T03:32:54.255" v="30" actId="478"/>
          <ac:spMkLst>
            <pc:docMk/>
            <pc:sldMk cId="1577031682" sldId="317"/>
            <ac:spMk id="4" creationId="{D41896FF-E561-B260-D4F8-BC8196B36C63}"/>
          </ac:spMkLst>
        </pc:spChg>
        <pc:spChg chg="add del mod">
          <ac:chgData name="MUHAMMAD IRFAN NABYL BIN MOHAMAD YAAKUB" userId="5f5f9c1a-70e9-4026-b845-667d53078a67" providerId="ADAL" clId="{11632BAE-72A1-4230-A35C-6889FA50FFB2}" dt="2025-10-27T03:32:54.255" v="30" actId="478"/>
          <ac:spMkLst>
            <pc:docMk/>
            <pc:sldMk cId="1577031682" sldId="317"/>
            <ac:spMk id="8" creationId="{6DFEF62A-5B04-31BD-AD89-E4EDBF64DCF4}"/>
          </ac:spMkLst>
        </pc:spChg>
      </pc:sldChg>
      <pc:sldChg chg="addSp delSp modSp add del mod">
        <pc:chgData name="MUHAMMAD IRFAN NABYL BIN MOHAMAD YAAKUB" userId="5f5f9c1a-70e9-4026-b845-667d53078a67" providerId="ADAL" clId="{11632BAE-72A1-4230-A35C-6889FA50FFB2}" dt="2025-10-27T04:35:17.500" v="339" actId="47"/>
        <pc:sldMkLst>
          <pc:docMk/>
          <pc:sldMk cId="825673466" sldId="356"/>
        </pc:sldMkLst>
        <pc:spChg chg="add del mod">
          <ac:chgData name="MUHAMMAD IRFAN NABYL BIN MOHAMAD YAAKUB" userId="5f5f9c1a-70e9-4026-b845-667d53078a67" providerId="ADAL" clId="{11632BAE-72A1-4230-A35C-6889FA50FFB2}" dt="2025-10-27T04:32:19.855" v="315" actId="478"/>
          <ac:spMkLst>
            <pc:docMk/>
            <pc:sldMk cId="825673466" sldId="356"/>
            <ac:spMk id="3" creationId="{1ACBD6A1-4EA9-B94E-4B6C-672B0400FDB9}"/>
          </ac:spMkLst>
        </pc:spChg>
        <pc:spChg chg="add del mod">
          <ac:chgData name="MUHAMMAD IRFAN NABYL BIN MOHAMAD YAAKUB" userId="5f5f9c1a-70e9-4026-b845-667d53078a67" providerId="ADAL" clId="{11632BAE-72A1-4230-A35C-6889FA50FFB2}" dt="2025-10-27T04:32:56.114" v="321" actId="478"/>
          <ac:spMkLst>
            <pc:docMk/>
            <pc:sldMk cId="825673466" sldId="356"/>
            <ac:spMk id="4" creationId="{7CD77B47-712F-8542-2F77-D11C7A9C5015}"/>
          </ac:spMkLst>
        </pc:spChg>
        <pc:spChg chg="add del mod">
          <ac:chgData name="MUHAMMAD IRFAN NABYL BIN MOHAMAD YAAKUB" userId="5f5f9c1a-70e9-4026-b845-667d53078a67" providerId="ADAL" clId="{11632BAE-72A1-4230-A35C-6889FA50FFB2}" dt="2025-10-27T04:32:59.154" v="323" actId="478"/>
          <ac:spMkLst>
            <pc:docMk/>
            <pc:sldMk cId="825673466" sldId="356"/>
            <ac:spMk id="5" creationId="{B0F3FCC6-A392-CA7F-3C87-39B8910EDBC7}"/>
          </ac:spMkLst>
        </pc:spChg>
        <pc:spChg chg="add del mod">
          <ac:chgData name="MUHAMMAD IRFAN NABYL BIN MOHAMAD YAAKUB" userId="5f5f9c1a-70e9-4026-b845-667d53078a67" providerId="ADAL" clId="{11632BAE-72A1-4230-A35C-6889FA50FFB2}" dt="2025-10-27T04:32:58.124" v="322" actId="478"/>
          <ac:spMkLst>
            <pc:docMk/>
            <pc:sldMk cId="825673466" sldId="356"/>
            <ac:spMk id="7" creationId="{AF296BEE-7AB8-0073-14DA-4DE850E459A3}"/>
          </ac:spMkLst>
        </pc:spChg>
        <pc:spChg chg="add mod">
          <ac:chgData name="MUHAMMAD IRFAN NABYL BIN MOHAMAD YAAKUB" userId="5f5f9c1a-70e9-4026-b845-667d53078a67" providerId="ADAL" clId="{11632BAE-72A1-4230-A35C-6889FA50FFB2}" dt="2025-10-27T04:34:12.909" v="325"/>
          <ac:spMkLst>
            <pc:docMk/>
            <pc:sldMk cId="825673466" sldId="356"/>
            <ac:spMk id="8" creationId="{FC0E55F3-242F-EB1C-5EA7-AD262FDFED0F}"/>
          </ac:spMkLst>
        </pc:spChg>
        <pc:spChg chg="add mod">
          <ac:chgData name="MUHAMMAD IRFAN NABYL BIN MOHAMAD YAAKUB" userId="5f5f9c1a-70e9-4026-b845-667d53078a67" providerId="ADAL" clId="{11632BAE-72A1-4230-A35C-6889FA50FFB2}" dt="2025-10-27T04:34:33.619" v="332" actId="20577"/>
          <ac:spMkLst>
            <pc:docMk/>
            <pc:sldMk cId="825673466" sldId="356"/>
            <ac:spMk id="9" creationId="{E8E9925E-8527-79AC-2602-D3DC5E0A1802}"/>
          </ac:spMkLst>
        </pc:spChg>
        <pc:spChg chg="mod">
          <ac:chgData name="MUHAMMAD IRFAN NABYL BIN MOHAMAD YAAKUB" userId="5f5f9c1a-70e9-4026-b845-667d53078a67" providerId="ADAL" clId="{11632BAE-72A1-4230-A35C-6889FA50FFB2}" dt="2025-10-27T04:31:51.392" v="313" actId="20577"/>
          <ac:spMkLst>
            <pc:docMk/>
            <pc:sldMk cId="825673466" sldId="356"/>
            <ac:spMk id="110" creationId="{D84FB0A0-D4F6-CA93-0535-E1464946AED6}"/>
          </ac:spMkLst>
        </pc:spChg>
        <pc:spChg chg="del">
          <ac:chgData name="MUHAMMAD IRFAN NABYL BIN MOHAMAD YAAKUB" userId="5f5f9c1a-70e9-4026-b845-667d53078a67" providerId="ADAL" clId="{11632BAE-72A1-4230-A35C-6889FA50FFB2}" dt="2025-10-27T04:32:10.326" v="314" actId="478"/>
          <ac:spMkLst>
            <pc:docMk/>
            <pc:sldMk cId="825673466" sldId="356"/>
            <ac:spMk id="111" creationId="{6B9491C5-A90D-C6EE-77F5-F5B37FF32462}"/>
          </ac:spMkLst>
        </pc:spChg>
        <pc:picChg chg="add del mod">
          <ac:chgData name="MUHAMMAD IRFAN NABYL BIN MOHAMAD YAAKUB" userId="5f5f9c1a-70e9-4026-b845-667d53078a67" providerId="ADAL" clId="{11632BAE-72A1-4230-A35C-6889FA50FFB2}" dt="2025-10-27T04:35:15.441" v="338" actId="478"/>
          <ac:picMkLst>
            <pc:docMk/>
            <pc:sldMk cId="825673466" sldId="356"/>
            <ac:picMk id="11" creationId="{1C1CF3DE-64C2-C799-7FFB-F978A1F45566}"/>
          </ac:picMkLst>
        </pc:picChg>
      </pc:sldChg>
      <pc:sldChg chg="addSp modSp add mod">
        <pc:chgData name="MUHAMMAD IRFAN NABYL BIN MOHAMAD YAAKUB" userId="5f5f9c1a-70e9-4026-b845-667d53078a67" providerId="ADAL" clId="{11632BAE-72A1-4230-A35C-6889FA50FFB2}" dt="2025-10-27T04:37:00.905" v="419" actId="1440"/>
        <pc:sldMkLst>
          <pc:docMk/>
          <pc:sldMk cId="3076920147" sldId="356"/>
        </pc:sldMkLst>
        <pc:spChg chg="mod">
          <ac:chgData name="MUHAMMAD IRFAN NABYL BIN MOHAMAD YAAKUB" userId="5f5f9c1a-70e9-4026-b845-667d53078a67" providerId="ADAL" clId="{11632BAE-72A1-4230-A35C-6889FA50FFB2}" dt="2025-10-27T04:35:21.593" v="350" actId="20577"/>
          <ac:spMkLst>
            <pc:docMk/>
            <pc:sldMk cId="3076920147" sldId="356"/>
            <ac:spMk id="110" creationId="{3B548001-CCD1-12A4-847B-3207BF49FCA7}"/>
          </ac:spMkLst>
        </pc:spChg>
        <pc:spChg chg="mod">
          <ac:chgData name="MUHAMMAD IRFAN NABYL BIN MOHAMAD YAAKUB" userId="5f5f9c1a-70e9-4026-b845-667d53078a67" providerId="ADAL" clId="{11632BAE-72A1-4230-A35C-6889FA50FFB2}" dt="2025-10-27T04:36:04.741" v="386" actId="20577"/>
          <ac:spMkLst>
            <pc:docMk/>
            <pc:sldMk cId="3076920147" sldId="356"/>
            <ac:spMk id="111" creationId="{F1D89C44-C321-68CC-7F15-1600FDDE2884}"/>
          </ac:spMkLst>
        </pc:spChg>
        <pc:picChg chg="add mod">
          <ac:chgData name="MUHAMMAD IRFAN NABYL BIN MOHAMAD YAAKUB" userId="5f5f9c1a-70e9-4026-b845-667d53078a67" providerId="ADAL" clId="{11632BAE-72A1-4230-A35C-6889FA50FFB2}" dt="2025-10-27T04:37:00.905" v="419" actId="1440"/>
          <ac:picMkLst>
            <pc:docMk/>
            <pc:sldMk cId="3076920147" sldId="356"/>
            <ac:picMk id="3" creationId="{B198D7BC-911D-866F-77CF-CF317C26FF45}"/>
          </ac:picMkLst>
        </pc:picChg>
      </pc:sldChg>
      <pc:sldChg chg="add del">
        <pc:chgData name="MUHAMMAD IRFAN NABYL BIN MOHAMAD YAAKUB" userId="5f5f9c1a-70e9-4026-b845-667d53078a67" providerId="ADAL" clId="{11632BAE-72A1-4230-A35C-6889FA50FFB2}" dt="2025-10-27T03:33:59.588" v="37" actId="47"/>
        <pc:sldMkLst>
          <pc:docMk/>
          <pc:sldMk cId="4057779384" sldId="356"/>
        </pc:sldMkLst>
      </pc:sldChg>
      <pc:sldChg chg="addSp delSp modSp add mod ord">
        <pc:chgData name="MUHAMMAD IRFAN NABYL BIN MOHAMAD YAAKUB" userId="5f5f9c1a-70e9-4026-b845-667d53078a67" providerId="ADAL" clId="{11632BAE-72A1-4230-A35C-6889FA50FFB2}" dt="2025-10-27T04:51:37.073" v="579" actId="15"/>
        <pc:sldMkLst>
          <pc:docMk/>
          <pc:sldMk cId="2980024854" sldId="357"/>
        </pc:sldMkLst>
        <pc:spChg chg="add del mod">
          <ac:chgData name="MUHAMMAD IRFAN NABYL BIN MOHAMAD YAAKUB" userId="5f5f9c1a-70e9-4026-b845-667d53078a67" providerId="ADAL" clId="{11632BAE-72A1-4230-A35C-6889FA50FFB2}" dt="2025-10-27T04:46:16.181" v="443" actId="478"/>
          <ac:spMkLst>
            <pc:docMk/>
            <pc:sldMk cId="2980024854" sldId="357"/>
            <ac:spMk id="3" creationId="{DA5FC200-03CA-A9CA-3A19-C9483FD5A18F}"/>
          </ac:spMkLst>
        </pc:spChg>
        <pc:spChg chg="add del mod">
          <ac:chgData name="MUHAMMAD IRFAN NABYL BIN MOHAMAD YAAKUB" userId="5f5f9c1a-70e9-4026-b845-667d53078a67" providerId="ADAL" clId="{11632BAE-72A1-4230-A35C-6889FA50FFB2}" dt="2025-10-27T04:50:07.814" v="560" actId="478"/>
          <ac:spMkLst>
            <pc:docMk/>
            <pc:sldMk cId="2980024854" sldId="357"/>
            <ac:spMk id="4" creationId="{A772B790-B917-3BD5-3230-BEF4A5676BB5}"/>
          </ac:spMkLst>
        </pc:spChg>
        <pc:spChg chg="add mod">
          <ac:chgData name="MUHAMMAD IRFAN NABYL BIN MOHAMAD YAAKUB" userId="5f5f9c1a-70e9-4026-b845-667d53078a67" providerId="ADAL" clId="{11632BAE-72A1-4230-A35C-6889FA50FFB2}" dt="2025-10-27T04:51:37.073" v="579" actId="15"/>
          <ac:spMkLst>
            <pc:docMk/>
            <pc:sldMk cId="2980024854" sldId="357"/>
            <ac:spMk id="5" creationId="{25920AC0-9B7D-B281-C33F-B9F563EEDF87}"/>
          </ac:spMkLst>
        </pc:spChg>
        <pc:spChg chg="add mod">
          <ac:chgData name="MUHAMMAD IRFAN NABYL BIN MOHAMAD YAAKUB" userId="5f5f9c1a-70e9-4026-b845-667d53078a67" providerId="ADAL" clId="{11632BAE-72A1-4230-A35C-6889FA50FFB2}" dt="2025-10-27T04:50:04.955" v="559" actId="1076"/>
          <ac:spMkLst>
            <pc:docMk/>
            <pc:sldMk cId="2980024854" sldId="357"/>
            <ac:spMk id="8" creationId="{0BDD7503-CF45-2BF7-EB54-700B3AB9F216}"/>
          </ac:spMkLst>
        </pc:spChg>
        <pc:spChg chg="add del mod">
          <ac:chgData name="MUHAMMAD IRFAN NABYL BIN MOHAMAD YAAKUB" userId="5f5f9c1a-70e9-4026-b845-667d53078a67" providerId="ADAL" clId="{11632BAE-72A1-4230-A35C-6889FA50FFB2}" dt="2025-10-27T04:50:10.739" v="561" actId="478"/>
          <ac:spMkLst>
            <pc:docMk/>
            <pc:sldMk cId="2980024854" sldId="357"/>
            <ac:spMk id="10" creationId="{E3B323AB-6953-EB61-D1A4-164C26A44EDA}"/>
          </ac:spMkLst>
        </pc:spChg>
        <pc:spChg chg="mod">
          <ac:chgData name="MUHAMMAD IRFAN NABYL BIN MOHAMAD YAAKUB" userId="5f5f9c1a-70e9-4026-b845-667d53078a67" providerId="ADAL" clId="{11632BAE-72A1-4230-A35C-6889FA50FFB2}" dt="2025-10-27T04:45:19.624" v="441" actId="20577"/>
          <ac:spMkLst>
            <pc:docMk/>
            <pc:sldMk cId="2980024854" sldId="357"/>
            <ac:spMk id="110" creationId="{D8F12A22-47A9-B9B6-71CA-27D0AC264B1D}"/>
          </ac:spMkLst>
        </pc:spChg>
        <pc:spChg chg="del">
          <ac:chgData name="MUHAMMAD IRFAN NABYL BIN MOHAMAD YAAKUB" userId="5f5f9c1a-70e9-4026-b845-667d53078a67" providerId="ADAL" clId="{11632BAE-72A1-4230-A35C-6889FA50FFB2}" dt="2025-10-27T04:46:09.678" v="442" actId="478"/>
          <ac:spMkLst>
            <pc:docMk/>
            <pc:sldMk cId="2980024854" sldId="357"/>
            <ac:spMk id="111" creationId="{F4FEEF3B-7EE3-D654-1BFC-2B04E5AB024B}"/>
          </ac:spMkLst>
        </pc:spChg>
        <pc:picChg chg="add mod">
          <ac:chgData name="MUHAMMAD IRFAN NABYL BIN MOHAMAD YAAKUB" userId="5f5f9c1a-70e9-4026-b845-667d53078a67" providerId="ADAL" clId="{11632BAE-72A1-4230-A35C-6889FA50FFB2}" dt="2025-10-27T04:51:09.725" v="577" actId="1076"/>
          <ac:picMkLst>
            <pc:docMk/>
            <pc:sldMk cId="2980024854" sldId="357"/>
            <ac:picMk id="7" creationId="{DD136169-9BEA-42E3-728F-29A59DCACAE7}"/>
          </ac:picMkLst>
        </pc:picChg>
        <pc:picChg chg="add mod">
          <ac:chgData name="MUHAMMAD IRFAN NABYL BIN MOHAMAD YAAKUB" userId="5f5f9c1a-70e9-4026-b845-667d53078a67" providerId="ADAL" clId="{11632BAE-72A1-4230-A35C-6889FA50FFB2}" dt="2025-10-27T04:51:11.051" v="578" actId="1076"/>
          <ac:picMkLst>
            <pc:docMk/>
            <pc:sldMk cId="2980024854" sldId="357"/>
            <ac:picMk id="12" creationId="{80785DB7-B15F-B728-947B-5786B7E68F16}"/>
          </ac:picMkLst>
        </pc:picChg>
      </pc:sldChg>
      <pc:sldChg chg="add del">
        <pc:chgData name="MUHAMMAD IRFAN NABYL BIN MOHAMAD YAAKUB" userId="5f5f9c1a-70e9-4026-b845-667d53078a67" providerId="ADAL" clId="{11632BAE-72A1-4230-A35C-6889FA50FFB2}" dt="2025-10-27T04:30:10.732" v="301" actId="47"/>
        <pc:sldMkLst>
          <pc:docMk/>
          <pc:sldMk cId="3839919615" sldId="357"/>
        </pc:sldMkLst>
      </pc:sldChg>
      <pc:sldChg chg="add del">
        <pc:chgData name="MUHAMMAD IRFAN NABYL BIN MOHAMAD YAAKUB" userId="5f5f9c1a-70e9-4026-b845-667d53078a67" providerId="ADAL" clId="{11632BAE-72A1-4230-A35C-6889FA50FFB2}" dt="2025-10-27T04:55:06.548" v="580" actId="47"/>
        <pc:sldMkLst>
          <pc:docMk/>
          <pc:sldMk cId="111897304" sldId="358"/>
        </pc:sldMkLst>
      </pc:sldChg>
      <pc:sldChg chg="addSp delSp modSp add mod">
        <pc:chgData name="MUHAMMAD IRFAN NABYL BIN MOHAMAD YAAKUB" userId="5f5f9c1a-70e9-4026-b845-667d53078a67" providerId="ADAL" clId="{11632BAE-72A1-4230-A35C-6889FA50FFB2}" dt="2025-10-27T05:28:52.840" v="810" actId="20577"/>
        <pc:sldMkLst>
          <pc:docMk/>
          <pc:sldMk cId="1868527971" sldId="358"/>
        </pc:sldMkLst>
        <pc:spChg chg="mod">
          <ac:chgData name="MUHAMMAD IRFAN NABYL BIN MOHAMAD YAAKUB" userId="5f5f9c1a-70e9-4026-b845-667d53078a67" providerId="ADAL" clId="{11632BAE-72A1-4230-A35C-6889FA50FFB2}" dt="2025-10-27T05:02:24.941" v="688"/>
          <ac:spMkLst>
            <pc:docMk/>
            <pc:sldMk cId="1868527971" sldId="358"/>
            <ac:spMk id="5" creationId="{90E502B7-D051-CC92-5B78-095DF0F0BD42}"/>
          </ac:spMkLst>
        </pc:spChg>
        <pc:spChg chg="mod">
          <ac:chgData name="MUHAMMAD IRFAN NABYL BIN MOHAMAD YAAKUB" userId="5f5f9c1a-70e9-4026-b845-667d53078a67" providerId="ADAL" clId="{11632BAE-72A1-4230-A35C-6889FA50FFB2}" dt="2025-10-27T05:01:14.524" v="686" actId="20577"/>
          <ac:spMkLst>
            <pc:docMk/>
            <pc:sldMk cId="1868527971" sldId="358"/>
            <ac:spMk id="8" creationId="{2A6DCBCF-F0BC-728E-6E4A-173AF8EC418A}"/>
          </ac:spMkLst>
        </pc:spChg>
        <pc:spChg chg="mod">
          <ac:chgData name="MUHAMMAD IRFAN NABYL BIN MOHAMAD YAAKUB" userId="5f5f9c1a-70e9-4026-b845-667d53078a67" providerId="ADAL" clId="{11632BAE-72A1-4230-A35C-6889FA50FFB2}" dt="2025-10-27T05:28:52.840" v="810" actId="20577"/>
          <ac:spMkLst>
            <pc:docMk/>
            <pc:sldMk cId="1868527971" sldId="358"/>
            <ac:spMk id="110" creationId="{BFA00DC9-5920-75B5-85EB-492FAB86876F}"/>
          </ac:spMkLst>
        </pc:spChg>
        <pc:picChg chg="add mod">
          <ac:chgData name="MUHAMMAD IRFAN NABYL BIN MOHAMAD YAAKUB" userId="5f5f9c1a-70e9-4026-b845-667d53078a67" providerId="ADAL" clId="{11632BAE-72A1-4230-A35C-6889FA50FFB2}" dt="2025-10-27T05:00:47.140" v="648" actId="14100"/>
          <ac:picMkLst>
            <pc:docMk/>
            <pc:sldMk cId="1868527971" sldId="358"/>
            <ac:picMk id="3" creationId="{5B4FE314-43A7-E039-AC35-C05A244D642A}"/>
          </ac:picMkLst>
        </pc:picChg>
        <pc:picChg chg="add mod">
          <ac:chgData name="MUHAMMAD IRFAN NABYL BIN MOHAMAD YAAKUB" userId="5f5f9c1a-70e9-4026-b845-667d53078a67" providerId="ADAL" clId="{11632BAE-72A1-4230-A35C-6889FA50FFB2}" dt="2025-10-27T05:03:28.672" v="693" actId="14100"/>
          <ac:picMkLst>
            <pc:docMk/>
            <pc:sldMk cId="1868527971" sldId="358"/>
            <ac:picMk id="6" creationId="{846BE7C6-F240-2650-F09B-C2372789EEF5}"/>
          </ac:picMkLst>
        </pc:picChg>
        <pc:picChg chg="del">
          <ac:chgData name="MUHAMMAD IRFAN NABYL BIN MOHAMAD YAAKUB" userId="5f5f9c1a-70e9-4026-b845-667d53078a67" providerId="ADAL" clId="{11632BAE-72A1-4230-A35C-6889FA50FFB2}" dt="2025-10-27T05:00:32.743" v="644" actId="478"/>
          <ac:picMkLst>
            <pc:docMk/>
            <pc:sldMk cId="1868527971" sldId="358"/>
            <ac:picMk id="7" creationId="{0F5E6544-43FA-40C3-1E14-92DCCB709407}"/>
          </ac:picMkLst>
        </pc:picChg>
        <pc:picChg chg="del">
          <ac:chgData name="MUHAMMAD IRFAN NABYL BIN MOHAMAD YAAKUB" userId="5f5f9c1a-70e9-4026-b845-667d53078a67" providerId="ADAL" clId="{11632BAE-72A1-4230-A35C-6889FA50FFB2}" dt="2025-10-27T05:03:19.439" v="691" actId="478"/>
          <ac:picMkLst>
            <pc:docMk/>
            <pc:sldMk cId="1868527971" sldId="358"/>
            <ac:picMk id="12" creationId="{B81EF3E6-7DB2-F2D3-1433-C4E19499F9E9}"/>
          </ac:picMkLst>
        </pc:picChg>
      </pc:sldChg>
      <pc:sldChg chg="addSp delSp modSp add mod">
        <pc:chgData name="MUHAMMAD IRFAN NABYL BIN MOHAMAD YAAKUB" userId="5f5f9c1a-70e9-4026-b845-667d53078a67" providerId="ADAL" clId="{11632BAE-72A1-4230-A35C-6889FA50FFB2}" dt="2025-10-27T05:28:55.657" v="811" actId="20577"/>
        <pc:sldMkLst>
          <pc:docMk/>
          <pc:sldMk cId="3380586102" sldId="359"/>
        </pc:sldMkLst>
        <pc:spChg chg="mod">
          <ac:chgData name="MUHAMMAD IRFAN NABYL BIN MOHAMAD YAAKUB" userId="5f5f9c1a-70e9-4026-b845-667d53078a67" providerId="ADAL" clId="{11632BAE-72A1-4230-A35C-6889FA50FFB2}" dt="2025-10-27T05:21:07.231" v="772"/>
          <ac:spMkLst>
            <pc:docMk/>
            <pc:sldMk cId="3380586102" sldId="359"/>
            <ac:spMk id="5" creationId="{DB628466-03AB-72B3-DD30-6EB186DBA837}"/>
          </ac:spMkLst>
        </pc:spChg>
        <pc:spChg chg="mod">
          <ac:chgData name="MUHAMMAD IRFAN NABYL BIN MOHAMAD YAAKUB" userId="5f5f9c1a-70e9-4026-b845-667d53078a67" providerId="ADAL" clId="{11632BAE-72A1-4230-A35C-6889FA50FFB2}" dt="2025-10-27T05:22:03.681" v="778"/>
          <ac:spMkLst>
            <pc:docMk/>
            <pc:sldMk cId="3380586102" sldId="359"/>
            <ac:spMk id="8" creationId="{3BAB41E9-D194-1D9B-87BE-4140B6B2689C}"/>
          </ac:spMkLst>
        </pc:spChg>
        <pc:spChg chg="add del">
          <ac:chgData name="MUHAMMAD IRFAN NABYL BIN MOHAMAD YAAKUB" userId="5f5f9c1a-70e9-4026-b845-667d53078a67" providerId="ADAL" clId="{11632BAE-72A1-4230-A35C-6889FA50FFB2}" dt="2025-10-27T05:21:06.606" v="771" actId="22"/>
          <ac:spMkLst>
            <pc:docMk/>
            <pc:sldMk cId="3380586102" sldId="359"/>
            <ac:spMk id="9" creationId="{5984CEE9-B701-4A82-E33D-7F9022513C20}"/>
          </ac:spMkLst>
        </pc:spChg>
        <pc:spChg chg="mod">
          <ac:chgData name="MUHAMMAD IRFAN NABYL BIN MOHAMAD YAAKUB" userId="5f5f9c1a-70e9-4026-b845-667d53078a67" providerId="ADAL" clId="{11632BAE-72A1-4230-A35C-6889FA50FFB2}" dt="2025-10-27T05:28:55.657" v="811" actId="20577"/>
          <ac:spMkLst>
            <pc:docMk/>
            <pc:sldMk cId="3380586102" sldId="359"/>
            <ac:spMk id="110" creationId="{37C49047-7678-3718-D429-814BC5DD4CD3}"/>
          </ac:spMkLst>
        </pc:spChg>
        <pc:picChg chg="del">
          <ac:chgData name="MUHAMMAD IRFAN NABYL BIN MOHAMAD YAAKUB" userId="5f5f9c1a-70e9-4026-b845-667d53078a67" providerId="ADAL" clId="{11632BAE-72A1-4230-A35C-6889FA50FFB2}" dt="2025-10-27T05:04:06.236" v="702" actId="478"/>
          <ac:picMkLst>
            <pc:docMk/>
            <pc:sldMk cId="3380586102" sldId="359"/>
            <ac:picMk id="3" creationId="{651C971B-E9FD-A54F-4BF8-12D368AD6920}"/>
          </ac:picMkLst>
        </pc:picChg>
        <pc:picChg chg="add mod">
          <ac:chgData name="MUHAMMAD IRFAN NABYL BIN MOHAMAD YAAKUB" userId="5f5f9c1a-70e9-4026-b845-667d53078a67" providerId="ADAL" clId="{11632BAE-72A1-4230-A35C-6889FA50FFB2}" dt="2025-10-27T05:27:49.878" v="800" actId="14100"/>
          <ac:picMkLst>
            <pc:docMk/>
            <pc:sldMk cId="3380586102" sldId="359"/>
            <ac:picMk id="4" creationId="{8049E877-873D-AD08-E0F7-85C9594D9B71}"/>
          </ac:picMkLst>
        </pc:picChg>
        <pc:picChg chg="mod">
          <ac:chgData name="MUHAMMAD IRFAN NABYL BIN MOHAMAD YAAKUB" userId="5f5f9c1a-70e9-4026-b845-667d53078a67" providerId="ADAL" clId="{11632BAE-72A1-4230-A35C-6889FA50FFB2}" dt="2025-10-27T05:27:56.456" v="802" actId="14100"/>
          <ac:picMkLst>
            <pc:docMk/>
            <pc:sldMk cId="3380586102" sldId="359"/>
            <ac:picMk id="6" creationId="{25F9B5B7-930B-96EB-6CF9-9B5BBB07F744}"/>
          </ac:picMkLst>
        </pc:picChg>
        <pc:picChg chg="add del mod">
          <ac:chgData name="MUHAMMAD IRFAN NABYL BIN MOHAMAD YAAKUB" userId="5f5f9c1a-70e9-4026-b845-667d53078a67" providerId="ADAL" clId="{11632BAE-72A1-4230-A35C-6889FA50FFB2}" dt="2025-10-27T05:27:51.739" v="801" actId="478"/>
          <ac:picMkLst>
            <pc:docMk/>
            <pc:sldMk cId="3380586102" sldId="359"/>
            <ac:picMk id="10" creationId="{DE3B0951-5FBB-BEFB-F38D-B084E469DF4E}"/>
          </ac:picMkLst>
        </pc:picChg>
      </pc:sldChg>
      <pc:sldChg chg="addSp delSp modSp add mod">
        <pc:chgData name="MUHAMMAD IRFAN NABYL BIN MOHAMAD YAAKUB" userId="5f5f9c1a-70e9-4026-b845-667d53078a67" providerId="ADAL" clId="{11632BAE-72A1-4230-A35C-6889FA50FFB2}" dt="2025-10-27T05:28:58.761" v="812" actId="20577"/>
        <pc:sldMkLst>
          <pc:docMk/>
          <pc:sldMk cId="1785418419" sldId="360"/>
        </pc:sldMkLst>
        <pc:spChg chg="add del">
          <ac:chgData name="MUHAMMAD IRFAN NABYL BIN MOHAMAD YAAKUB" userId="5f5f9c1a-70e9-4026-b845-667d53078a67" providerId="ADAL" clId="{11632BAE-72A1-4230-A35C-6889FA50FFB2}" dt="2025-10-27T05:17:49.268" v="731" actId="22"/>
          <ac:spMkLst>
            <pc:docMk/>
            <pc:sldMk cId="1785418419" sldId="360"/>
            <ac:spMk id="3" creationId="{09CE839B-D2C0-7735-D1A0-9C9DC648FA27}"/>
          </ac:spMkLst>
        </pc:spChg>
        <pc:spChg chg="del mod">
          <ac:chgData name="MUHAMMAD IRFAN NABYL BIN MOHAMAD YAAKUB" userId="5f5f9c1a-70e9-4026-b845-667d53078a67" providerId="ADAL" clId="{11632BAE-72A1-4230-A35C-6889FA50FFB2}" dt="2025-10-27T05:17:52.545" v="734" actId="478"/>
          <ac:spMkLst>
            <pc:docMk/>
            <pc:sldMk cId="1785418419" sldId="360"/>
            <ac:spMk id="5" creationId="{3B60B60B-4D8B-1057-4616-498DD6F2E7D0}"/>
          </ac:spMkLst>
        </pc:spChg>
        <pc:spChg chg="mod">
          <ac:chgData name="MUHAMMAD IRFAN NABYL BIN MOHAMAD YAAKUB" userId="5f5f9c1a-70e9-4026-b845-667d53078a67" providerId="ADAL" clId="{11632BAE-72A1-4230-A35C-6889FA50FFB2}" dt="2025-10-27T05:20:58.857" v="769"/>
          <ac:spMkLst>
            <pc:docMk/>
            <pc:sldMk cId="1785418419" sldId="360"/>
            <ac:spMk id="8" creationId="{E731EC40-716F-5FC4-59CF-89F89D71624E}"/>
          </ac:spMkLst>
        </pc:spChg>
        <pc:spChg chg="mod">
          <ac:chgData name="MUHAMMAD IRFAN NABYL BIN MOHAMAD YAAKUB" userId="5f5f9c1a-70e9-4026-b845-667d53078a67" providerId="ADAL" clId="{11632BAE-72A1-4230-A35C-6889FA50FFB2}" dt="2025-10-27T05:28:58.761" v="812" actId="20577"/>
          <ac:spMkLst>
            <pc:docMk/>
            <pc:sldMk cId="1785418419" sldId="360"/>
            <ac:spMk id="110" creationId="{73F4BEE7-4386-B835-C7CB-65FAA4C3133D}"/>
          </ac:spMkLst>
        </pc:spChg>
        <pc:picChg chg="add del mod">
          <ac:chgData name="MUHAMMAD IRFAN NABYL BIN MOHAMAD YAAKUB" userId="5f5f9c1a-70e9-4026-b845-667d53078a67" providerId="ADAL" clId="{11632BAE-72A1-4230-A35C-6889FA50FFB2}" dt="2025-10-27T05:26:53.071" v="792" actId="14100"/>
          <ac:picMkLst>
            <pc:docMk/>
            <pc:sldMk cId="1785418419" sldId="360"/>
            <ac:picMk id="4" creationId="{8C661680-6C58-11D5-4262-E4EC43060B91}"/>
          </ac:picMkLst>
        </pc:picChg>
        <pc:picChg chg="del">
          <ac:chgData name="MUHAMMAD IRFAN NABYL BIN MOHAMAD YAAKUB" userId="5f5f9c1a-70e9-4026-b845-667d53078a67" providerId="ADAL" clId="{11632BAE-72A1-4230-A35C-6889FA50FFB2}" dt="2025-10-27T05:17:53.114" v="735" actId="478"/>
          <ac:picMkLst>
            <pc:docMk/>
            <pc:sldMk cId="1785418419" sldId="360"/>
            <ac:picMk id="6" creationId="{EA215757-92F9-2D05-BC1E-ACFE49900DB8}"/>
          </ac:picMkLst>
        </pc:picChg>
        <pc:picChg chg="add del mod">
          <ac:chgData name="MUHAMMAD IRFAN NABYL BIN MOHAMAD YAAKUB" userId="5f5f9c1a-70e9-4026-b845-667d53078a67" providerId="ADAL" clId="{11632BAE-72A1-4230-A35C-6889FA50FFB2}" dt="2025-10-27T05:26:54.138" v="793" actId="478"/>
          <ac:picMkLst>
            <pc:docMk/>
            <pc:sldMk cId="1785418419" sldId="360"/>
            <ac:picMk id="7" creationId="{5DEA3519-1EBE-348B-DD00-DA6362512984}"/>
          </ac:picMkLst>
        </pc:picChg>
        <pc:picChg chg="add mod">
          <ac:chgData name="MUHAMMAD IRFAN NABYL BIN MOHAMAD YAAKUB" userId="5f5f9c1a-70e9-4026-b845-667d53078a67" providerId="ADAL" clId="{11632BAE-72A1-4230-A35C-6889FA50FFB2}" dt="2025-10-27T05:28:02.069" v="803"/>
          <ac:picMkLst>
            <pc:docMk/>
            <pc:sldMk cId="1785418419" sldId="360"/>
            <ac:picMk id="9" creationId="{994B9757-F69E-514D-6C5B-35A11FF49873}"/>
          </ac:picMkLst>
        </pc:picChg>
      </pc:sldChg>
      <pc:sldChg chg="addSp delSp modSp add mod ord">
        <pc:chgData name="MUHAMMAD IRFAN NABYL BIN MOHAMAD YAAKUB" userId="5f5f9c1a-70e9-4026-b845-667d53078a67" providerId="ADAL" clId="{11632BAE-72A1-4230-A35C-6889FA50FFB2}" dt="2025-10-27T05:29:00.950" v="813" actId="20577"/>
        <pc:sldMkLst>
          <pc:docMk/>
          <pc:sldMk cId="3927609333" sldId="361"/>
        </pc:sldMkLst>
        <pc:spChg chg="del">
          <ac:chgData name="MUHAMMAD IRFAN NABYL BIN MOHAMAD YAAKUB" userId="5f5f9c1a-70e9-4026-b845-667d53078a67" providerId="ADAL" clId="{11632BAE-72A1-4230-A35C-6889FA50FFB2}" dt="2025-10-27T05:18:23.480" v="744" actId="478"/>
          <ac:spMkLst>
            <pc:docMk/>
            <pc:sldMk cId="3927609333" sldId="361"/>
            <ac:spMk id="5" creationId="{F45EFBFC-29FB-1373-B6DB-E94AB9720F14}"/>
          </ac:spMkLst>
        </pc:spChg>
        <pc:spChg chg="mod">
          <ac:chgData name="MUHAMMAD IRFAN NABYL BIN MOHAMAD YAAKUB" userId="5f5f9c1a-70e9-4026-b845-667d53078a67" providerId="ADAL" clId="{11632BAE-72A1-4230-A35C-6889FA50FFB2}" dt="2025-10-27T05:19:38.945" v="758" actId="20577"/>
          <ac:spMkLst>
            <pc:docMk/>
            <pc:sldMk cId="3927609333" sldId="361"/>
            <ac:spMk id="8" creationId="{B2A15669-F9E8-A44E-9590-19A85B010C92}"/>
          </ac:spMkLst>
        </pc:spChg>
        <pc:spChg chg="mod">
          <ac:chgData name="MUHAMMAD IRFAN NABYL BIN MOHAMAD YAAKUB" userId="5f5f9c1a-70e9-4026-b845-667d53078a67" providerId="ADAL" clId="{11632BAE-72A1-4230-A35C-6889FA50FFB2}" dt="2025-10-27T05:29:00.950" v="813" actId="20577"/>
          <ac:spMkLst>
            <pc:docMk/>
            <pc:sldMk cId="3927609333" sldId="361"/>
            <ac:spMk id="110" creationId="{CA494702-0A99-B08B-8AD1-0181E51493E0}"/>
          </ac:spMkLst>
        </pc:spChg>
        <pc:picChg chg="add del mod">
          <ac:chgData name="MUHAMMAD IRFAN NABYL BIN MOHAMAD YAAKUB" userId="5f5f9c1a-70e9-4026-b845-667d53078a67" providerId="ADAL" clId="{11632BAE-72A1-4230-A35C-6889FA50FFB2}" dt="2025-10-27T05:19:30.395" v="756" actId="478"/>
          <ac:picMkLst>
            <pc:docMk/>
            <pc:sldMk cId="3927609333" sldId="361"/>
            <ac:picMk id="2" creationId="{5F352AD2-624F-3699-FD38-18F59AE6A75D}"/>
          </ac:picMkLst>
        </pc:picChg>
        <pc:picChg chg="add mod">
          <ac:chgData name="MUHAMMAD IRFAN NABYL BIN MOHAMAD YAAKUB" userId="5f5f9c1a-70e9-4026-b845-667d53078a67" providerId="ADAL" clId="{11632BAE-72A1-4230-A35C-6889FA50FFB2}" dt="2025-10-27T05:28:09.787" v="804"/>
          <ac:picMkLst>
            <pc:docMk/>
            <pc:sldMk cId="3927609333" sldId="361"/>
            <ac:picMk id="3" creationId="{DAE3D976-AD34-D6D1-F325-CC0343F9AD9D}"/>
          </ac:picMkLst>
        </pc:picChg>
        <pc:picChg chg="mod">
          <ac:chgData name="MUHAMMAD IRFAN NABYL BIN MOHAMAD YAAKUB" userId="5f5f9c1a-70e9-4026-b845-667d53078a67" providerId="ADAL" clId="{11632BAE-72A1-4230-A35C-6889FA50FFB2}" dt="2025-10-27T05:19:28.966" v="755" actId="14100"/>
          <ac:picMkLst>
            <pc:docMk/>
            <pc:sldMk cId="3927609333" sldId="361"/>
            <ac:picMk id="4" creationId="{2D74BA2F-491E-E66D-A997-B8EF474C89EC}"/>
          </ac:picMkLst>
        </pc:picChg>
        <pc:picChg chg="del">
          <ac:chgData name="MUHAMMAD IRFAN NABYL BIN MOHAMAD YAAKUB" userId="5f5f9c1a-70e9-4026-b845-667d53078a67" providerId="ADAL" clId="{11632BAE-72A1-4230-A35C-6889FA50FFB2}" dt="2025-10-27T05:18:24.664" v="745" actId="478"/>
          <ac:picMkLst>
            <pc:docMk/>
            <pc:sldMk cId="3927609333" sldId="361"/>
            <ac:picMk id="6" creationId="{5D5B228C-F0BC-DE1A-1240-12E2B55F2E16}"/>
          </ac:picMkLst>
        </pc:picChg>
      </pc:sldChg>
      <pc:sldChg chg="addSp delSp modSp add del mod ord">
        <pc:chgData name="MUHAMMAD IRFAN NABYL BIN MOHAMAD YAAKUB" userId="5f5f9c1a-70e9-4026-b845-667d53078a67" providerId="ADAL" clId="{11632BAE-72A1-4230-A35C-6889FA50FFB2}" dt="2025-10-27T05:37:25.010" v="840" actId="20577"/>
        <pc:sldMkLst>
          <pc:docMk/>
          <pc:sldMk cId="797044186" sldId="362"/>
        </pc:sldMkLst>
        <pc:spChg chg="mod">
          <ac:chgData name="MUHAMMAD IRFAN NABYL BIN MOHAMAD YAAKUB" userId="5f5f9c1a-70e9-4026-b845-667d53078a67" providerId="ADAL" clId="{11632BAE-72A1-4230-A35C-6889FA50FFB2}" dt="2025-10-27T05:30:54.505" v="818" actId="15"/>
          <ac:spMkLst>
            <pc:docMk/>
            <pc:sldMk cId="797044186" sldId="362"/>
            <ac:spMk id="8" creationId="{D76677BE-12F8-43F3-B25F-83439F8E10D1}"/>
          </ac:spMkLst>
        </pc:spChg>
        <pc:spChg chg="mod">
          <ac:chgData name="MUHAMMAD IRFAN NABYL BIN MOHAMAD YAAKUB" userId="5f5f9c1a-70e9-4026-b845-667d53078a67" providerId="ADAL" clId="{11632BAE-72A1-4230-A35C-6889FA50FFB2}" dt="2025-10-27T05:37:25.010" v="840" actId="20577"/>
          <ac:spMkLst>
            <pc:docMk/>
            <pc:sldMk cId="797044186" sldId="362"/>
            <ac:spMk id="110" creationId="{E6E9932D-14D5-908E-C09A-244D1657FF04}"/>
          </ac:spMkLst>
        </pc:spChg>
        <pc:picChg chg="add mod">
          <ac:chgData name="MUHAMMAD IRFAN NABYL BIN MOHAMAD YAAKUB" userId="5f5f9c1a-70e9-4026-b845-667d53078a67" providerId="ADAL" clId="{11632BAE-72A1-4230-A35C-6889FA50FFB2}" dt="2025-10-27T05:28:35.044" v="809" actId="1076"/>
          <ac:picMkLst>
            <pc:docMk/>
            <pc:sldMk cId="797044186" sldId="362"/>
            <ac:picMk id="3" creationId="{25021EE5-3E3C-CCC5-55C3-36B8E14641B8}"/>
          </ac:picMkLst>
        </pc:picChg>
        <pc:picChg chg="del">
          <ac:chgData name="MUHAMMAD IRFAN NABYL BIN MOHAMAD YAAKUB" userId="5f5f9c1a-70e9-4026-b845-667d53078a67" providerId="ADAL" clId="{11632BAE-72A1-4230-A35C-6889FA50FFB2}" dt="2025-10-27T05:28:32.807" v="808" actId="478"/>
          <ac:picMkLst>
            <pc:docMk/>
            <pc:sldMk cId="797044186" sldId="362"/>
            <ac:picMk id="4" creationId="{7376EDA7-745C-D3A7-3F2C-AD2683FFA346}"/>
          </ac:picMkLst>
        </pc:picChg>
      </pc:sldChg>
      <pc:sldChg chg="modSp add mod">
        <pc:chgData name="MUHAMMAD IRFAN NABYL BIN MOHAMAD YAAKUB" userId="5f5f9c1a-70e9-4026-b845-667d53078a67" providerId="ADAL" clId="{11632BAE-72A1-4230-A35C-6889FA50FFB2}" dt="2025-10-27T05:37:27.276" v="841" actId="20577"/>
        <pc:sldMkLst>
          <pc:docMk/>
          <pc:sldMk cId="968769182" sldId="363"/>
        </pc:sldMkLst>
        <pc:spChg chg="mod">
          <ac:chgData name="MUHAMMAD IRFAN NABYL BIN MOHAMAD YAAKUB" userId="5f5f9c1a-70e9-4026-b845-667d53078a67" providerId="ADAL" clId="{11632BAE-72A1-4230-A35C-6889FA50FFB2}" dt="2025-10-27T05:37:27.276" v="841" actId="20577"/>
          <ac:spMkLst>
            <pc:docMk/>
            <pc:sldMk cId="968769182" sldId="363"/>
            <ac:spMk id="110" creationId="{A8BF35CB-4A68-3CDB-771D-F6D509663923}"/>
          </ac:spMkLst>
        </pc:spChg>
      </pc:sldChg>
      <pc:sldChg chg="add del">
        <pc:chgData name="MUHAMMAD IRFAN NABYL BIN MOHAMAD YAAKUB" userId="5f5f9c1a-70e9-4026-b845-667d53078a67" providerId="ADAL" clId="{11632BAE-72A1-4230-A35C-6889FA50FFB2}" dt="2025-10-27T05:30:09.655" v="816" actId="2890"/>
        <pc:sldMkLst>
          <pc:docMk/>
          <pc:sldMk cId="173222978" sldId="364"/>
        </pc:sldMkLst>
      </pc:sldChg>
      <pc:sldChg chg="addSp delSp modSp add del mod">
        <pc:chgData name="MUHAMMAD IRFAN NABYL BIN MOHAMAD YAAKUB" userId="5f5f9c1a-70e9-4026-b845-667d53078a67" providerId="ADAL" clId="{11632BAE-72A1-4230-A35C-6889FA50FFB2}" dt="2025-10-27T05:49:45.528" v="930" actId="47"/>
        <pc:sldMkLst>
          <pc:docMk/>
          <pc:sldMk cId="3866154163" sldId="364"/>
        </pc:sldMkLst>
        <pc:spChg chg="add mod">
          <ac:chgData name="MUHAMMAD IRFAN NABYL BIN MOHAMAD YAAKUB" userId="5f5f9c1a-70e9-4026-b845-667d53078a67" providerId="ADAL" clId="{11632BAE-72A1-4230-A35C-6889FA50FFB2}" dt="2025-10-27T05:38:05.884" v="846" actId="571"/>
          <ac:spMkLst>
            <pc:docMk/>
            <pc:sldMk cId="3866154163" sldId="364"/>
            <ac:spMk id="2" creationId="{6D9A0619-A724-79EF-AF29-E4278B3DDD7C}"/>
          </ac:spMkLst>
        </pc:spChg>
        <pc:spChg chg="add mod ord">
          <ac:chgData name="MUHAMMAD IRFAN NABYL BIN MOHAMAD YAAKUB" userId="5f5f9c1a-70e9-4026-b845-667d53078a67" providerId="ADAL" clId="{11632BAE-72A1-4230-A35C-6889FA50FFB2}" dt="2025-10-27T05:49:08.432" v="929" actId="20577"/>
          <ac:spMkLst>
            <pc:docMk/>
            <pc:sldMk cId="3866154163" sldId="364"/>
            <ac:spMk id="6" creationId="{7B81BD21-3308-0A89-D7DC-AF1840778905}"/>
          </ac:spMkLst>
        </pc:spChg>
        <pc:spChg chg="mod">
          <ac:chgData name="MUHAMMAD IRFAN NABYL BIN MOHAMAD YAAKUB" userId="5f5f9c1a-70e9-4026-b845-667d53078a67" providerId="ADAL" clId="{11632BAE-72A1-4230-A35C-6889FA50FFB2}" dt="2025-10-27T05:41:21.118" v="883" actId="1076"/>
          <ac:spMkLst>
            <pc:docMk/>
            <pc:sldMk cId="3866154163" sldId="364"/>
            <ac:spMk id="8" creationId="{C908829D-2029-358D-B44C-1BA5CFAC5306}"/>
          </ac:spMkLst>
        </pc:spChg>
        <pc:spChg chg="mod">
          <ac:chgData name="MUHAMMAD IRFAN NABYL BIN MOHAMAD YAAKUB" userId="5f5f9c1a-70e9-4026-b845-667d53078a67" providerId="ADAL" clId="{11632BAE-72A1-4230-A35C-6889FA50FFB2}" dt="2025-10-27T05:37:21.972" v="839"/>
          <ac:spMkLst>
            <pc:docMk/>
            <pc:sldMk cId="3866154163" sldId="364"/>
            <ac:spMk id="110" creationId="{A72C59DE-B23B-6432-DB12-DA671A38D392}"/>
          </ac:spMkLst>
        </pc:spChg>
        <pc:picChg chg="del">
          <ac:chgData name="MUHAMMAD IRFAN NABYL BIN MOHAMAD YAAKUB" userId="5f5f9c1a-70e9-4026-b845-667d53078a67" providerId="ADAL" clId="{11632BAE-72A1-4230-A35C-6889FA50FFB2}" dt="2025-10-27T05:38:47.989" v="851" actId="478"/>
          <ac:picMkLst>
            <pc:docMk/>
            <pc:sldMk cId="3866154163" sldId="364"/>
            <ac:picMk id="3" creationId="{C1E44F3A-CED7-2573-CE18-ECA3C9FA191C}"/>
          </ac:picMkLst>
        </pc:picChg>
        <pc:picChg chg="add mod">
          <ac:chgData name="MUHAMMAD IRFAN NABYL BIN MOHAMAD YAAKUB" userId="5f5f9c1a-70e9-4026-b845-667d53078a67" providerId="ADAL" clId="{11632BAE-72A1-4230-A35C-6889FA50FFB2}" dt="2025-10-27T05:41:21.118" v="883" actId="1076"/>
          <ac:picMkLst>
            <pc:docMk/>
            <pc:sldMk cId="3866154163" sldId="364"/>
            <ac:picMk id="5" creationId="{F8E20457-6CB3-FEBA-07ED-4172E8EE8344}"/>
          </ac:picMkLst>
        </pc:picChg>
      </pc:sldChg>
      <pc:sldChg chg="modSp add mod">
        <pc:chgData name="MUHAMMAD IRFAN NABYL BIN MOHAMAD YAAKUB" userId="5f5f9c1a-70e9-4026-b845-667d53078a67" providerId="ADAL" clId="{11632BAE-72A1-4230-A35C-6889FA50FFB2}" dt="2025-10-27T05:50:05.165" v="943" actId="20577"/>
        <pc:sldMkLst>
          <pc:docMk/>
          <pc:sldMk cId="1141409502" sldId="365"/>
        </pc:sldMkLst>
        <pc:spChg chg="mod">
          <ac:chgData name="MUHAMMAD IRFAN NABYL BIN MOHAMAD YAAKUB" userId="5f5f9c1a-70e9-4026-b845-667d53078a67" providerId="ADAL" clId="{11632BAE-72A1-4230-A35C-6889FA50FFB2}" dt="2025-10-27T05:50:05.165" v="943" actId="20577"/>
          <ac:spMkLst>
            <pc:docMk/>
            <pc:sldMk cId="1141409502" sldId="365"/>
            <ac:spMk id="6" creationId="{7D809CFF-4B02-F5C8-7B88-D213B6342109}"/>
          </ac:spMkLst>
        </pc:spChg>
        <pc:spChg chg="mod">
          <ac:chgData name="MUHAMMAD IRFAN NABYL BIN MOHAMAD YAAKUB" userId="5f5f9c1a-70e9-4026-b845-667d53078a67" providerId="ADAL" clId="{11632BAE-72A1-4230-A35C-6889FA50FFB2}" dt="2025-10-27T05:41:36.215" v="885" actId="1076"/>
          <ac:spMkLst>
            <pc:docMk/>
            <pc:sldMk cId="1141409502" sldId="365"/>
            <ac:spMk id="8" creationId="{6A51E02C-6D81-6205-933E-5A53B0EF1FDF}"/>
          </ac:spMkLst>
        </pc:spChg>
        <pc:spChg chg="mod">
          <ac:chgData name="MUHAMMAD IRFAN NABYL BIN MOHAMAD YAAKUB" userId="5f5f9c1a-70e9-4026-b845-667d53078a67" providerId="ADAL" clId="{11632BAE-72A1-4230-A35C-6889FA50FFB2}" dt="2025-10-27T05:47:40.227" v="914" actId="20577"/>
          <ac:spMkLst>
            <pc:docMk/>
            <pc:sldMk cId="1141409502" sldId="365"/>
            <ac:spMk id="110" creationId="{2DF7FC25-B1CF-53A1-6A8D-74281A7B994B}"/>
          </ac:spMkLst>
        </pc:spChg>
        <pc:picChg chg="mod">
          <ac:chgData name="MUHAMMAD IRFAN NABYL BIN MOHAMAD YAAKUB" userId="5f5f9c1a-70e9-4026-b845-667d53078a67" providerId="ADAL" clId="{11632BAE-72A1-4230-A35C-6889FA50FFB2}" dt="2025-10-27T05:41:36.215" v="885" actId="1076"/>
          <ac:picMkLst>
            <pc:docMk/>
            <pc:sldMk cId="1141409502" sldId="365"/>
            <ac:picMk id="5" creationId="{1C332666-9692-EB2D-29CE-B55A941CB306}"/>
          </ac:picMkLst>
        </pc:picChg>
      </pc:sldChg>
      <pc:sldChg chg="addSp delSp modSp add mod">
        <pc:chgData name="MUHAMMAD IRFAN NABYL BIN MOHAMAD YAAKUB" userId="5f5f9c1a-70e9-4026-b845-667d53078a67" providerId="ADAL" clId="{11632BAE-72A1-4230-A35C-6889FA50FFB2}" dt="2025-10-27T05:51:07.899" v="964" actId="20577"/>
        <pc:sldMkLst>
          <pc:docMk/>
          <pc:sldMk cId="1841391453" sldId="366"/>
        </pc:sldMkLst>
        <pc:spChg chg="add del">
          <ac:chgData name="MUHAMMAD IRFAN NABYL BIN MOHAMAD YAAKUB" userId="5f5f9c1a-70e9-4026-b845-667d53078a67" providerId="ADAL" clId="{11632BAE-72A1-4230-A35C-6889FA50FFB2}" dt="2025-10-27T05:43:11.757" v="888" actId="22"/>
          <ac:spMkLst>
            <pc:docMk/>
            <pc:sldMk cId="1841391453" sldId="366"/>
            <ac:spMk id="3" creationId="{0630668B-9C59-89C2-DB46-4A7BF968C995}"/>
          </ac:spMkLst>
        </pc:spChg>
        <pc:spChg chg="mod">
          <ac:chgData name="MUHAMMAD IRFAN NABYL BIN MOHAMAD YAAKUB" userId="5f5f9c1a-70e9-4026-b845-667d53078a67" providerId="ADAL" clId="{11632BAE-72A1-4230-A35C-6889FA50FFB2}" dt="2025-10-27T05:51:07.899" v="964" actId="20577"/>
          <ac:spMkLst>
            <pc:docMk/>
            <pc:sldMk cId="1841391453" sldId="366"/>
            <ac:spMk id="6" creationId="{78B5286F-BF88-530D-6C9F-B3C46E24BC66}"/>
          </ac:spMkLst>
        </pc:spChg>
        <pc:spChg chg="mod">
          <ac:chgData name="MUHAMMAD IRFAN NABYL BIN MOHAMAD YAAKUB" userId="5f5f9c1a-70e9-4026-b845-667d53078a67" providerId="ADAL" clId="{11632BAE-72A1-4230-A35C-6889FA50FFB2}" dt="2025-10-27T05:43:31.097" v="892" actId="14"/>
          <ac:spMkLst>
            <pc:docMk/>
            <pc:sldMk cId="1841391453" sldId="366"/>
            <ac:spMk id="8" creationId="{7B3E1635-38F7-0062-7331-F724CD76459F}"/>
          </ac:spMkLst>
        </pc:spChg>
        <pc:spChg chg="mod">
          <ac:chgData name="MUHAMMAD IRFAN NABYL BIN MOHAMAD YAAKUB" userId="5f5f9c1a-70e9-4026-b845-667d53078a67" providerId="ADAL" clId="{11632BAE-72A1-4230-A35C-6889FA50FFB2}" dt="2025-10-27T05:47:37.776" v="913" actId="20577"/>
          <ac:spMkLst>
            <pc:docMk/>
            <pc:sldMk cId="1841391453" sldId="366"/>
            <ac:spMk id="110" creationId="{16283A97-38D4-05B1-FDD5-9FC2844916C2}"/>
          </ac:spMkLst>
        </pc:spChg>
        <pc:picChg chg="del">
          <ac:chgData name="MUHAMMAD IRFAN NABYL BIN MOHAMAD YAAKUB" userId="5f5f9c1a-70e9-4026-b845-667d53078a67" providerId="ADAL" clId="{11632BAE-72A1-4230-A35C-6889FA50FFB2}" dt="2025-10-27T05:43:56.824" v="896" actId="478"/>
          <ac:picMkLst>
            <pc:docMk/>
            <pc:sldMk cId="1841391453" sldId="366"/>
            <ac:picMk id="5" creationId="{3D7C38DE-193F-A045-CA75-B1BF8ADF6FF5}"/>
          </ac:picMkLst>
        </pc:picChg>
        <pc:picChg chg="add mod">
          <ac:chgData name="MUHAMMAD IRFAN NABYL BIN MOHAMAD YAAKUB" userId="5f5f9c1a-70e9-4026-b845-667d53078a67" providerId="ADAL" clId="{11632BAE-72A1-4230-A35C-6889FA50FFB2}" dt="2025-10-27T05:43:58.630" v="897" actId="1076"/>
          <ac:picMkLst>
            <pc:docMk/>
            <pc:sldMk cId="1841391453" sldId="366"/>
            <ac:picMk id="7" creationId="{CEA590B3-0206-F6C5-0A32-EE69E6903183}"/>
          </ac:picMkLst>
        </pc:picChg>
      </pc:sldChg>
      <pc:sldChg chg="addSp delSp modSp add mod">
        <pc:chgData name="MUHAMMAD IRFAN NABYL BIN MOHAMAD YAAKUB" userId="5f5f9c1a-70e9-4026-b845-667d53078a67" providerId="ADAL" clId="{11632BAE-72A1-4230-A35C-6889FA50FFB2}" dt="2025-10-27T05:50:31.769" v="955" actId="20577"/>
        <pc:sldMkLst>
          <pc:docMk/>
          <pc:sldMk cId="4114433464" sldId="367"/>
        </pc:sldMkLst>
        <pc:spChg chg="mod">
          <ac:chgData name="MUHAMMAD IRFAN NABYL BIN MOHAMAD YAAKUB" userId="5f5f9c1a-70e9-4026-b845-667d53078a67" providerId="ADAL" clId="{11632BAE-72A1-4230-A35C-6889FA50FFB2}" dt="2025-10-27T05:50:31.769" v="955" actId="20577"/>
          <ac:spMkLst>
            <pc:docMk/>
            <pc:sldMk cId="4114433464" sldId="367"/>
            <ac:spMk id="6" creationId="{67A451FC-5598-3F19-9D1A-F688F7E5B9DB}"/>
          </ac:spMkLst>
        </pc:spChg>
        <pc:spChg chg="mod">
          <ac:chgData name="MUHAMMAD IRFAN NABYL BIN MOHAMAD YAAKUB" userId="5f5f9c1a-70e9-4026-b845-667d53078a67" providerId="ADAL" clId="{11632BAE-72A1-4230-A35C-6889FA50FFB2}" dt="2025-10-27T05:48:19.622" v="922" actId="15"/>
          <ac:spMkLst>
            <pc:docMk/>
            <pc:sldMk cId="4114433464" sldId="367"/>
            <ac:spMk id="8" creationId="{41A7B7EF-2127-210C-1522-905DF3EFC7E0}"/>
          </ac:spMkLst>
        </pc:spChg>
        <pc:spChg chg="mod">
          <ac:chgData name="MUHAMMAD IRFAN NABYL BIN MOHAMAD YAAKUB" userId="5f5f9c1a-70e9-4026-b845-667d53078a67" providerId="ADAL" clId="{11632BAE-72A1-4230-A35C-6889FA50FFB2}" dt="2025-10-27T05:47:35.109" v="912" actId="20577"/>
          <ac:spMkLst>
            <pc:docMk/>
            <pc:sldMk cId="4114433464" sldId="367"/>
            <ac:spMk id="110" creationId="{103018D0-CD63-D00C-B7B9-416EBD19DBDE}"/>
          </ac:spMkLst>
        </pc:spChg>
        <pc:picChg chg="add mod">
          <ac:chgData name="MUHAMMAD IRFAN NABYL BIN MOHAMAD YAAKUB" userId="5f5f9c1a-70e9-4026-b845-667d53078a67" providerId="ADAL" clId="{11632BAE-72A1-4230-A35C-6889FA50FFB2}" dt="2025-10-27T05:47:56.423" v="919" actId="1076"/>
          <ac:picMkLst>
            <pc:docMk/>
            <pc:sldMk cId="4114433464" sldId="367"/>
            <ac:picMk id="3" creationId="{5C18EF24-9CE1-6E96-C55B-1FA3284F6B3A}"/>
          </ac:picMkLst>
        </pc:picChg>
        <pc:picChg chg="del">
          <ac:chgData name="MUHAMMAD IRFAN NABYL BIN MOHAMAD YAAKUB" userId="5f5f9c1a-70e9-4026-b845-667d53078a67" providerId="ADAL" clId="{11632BAE-72A1-4230-A35C-6889FA50FFB2}" dt="2025-10-27T05:47:54.700" v="918" actId="478"/>
          <ac:picMkLst>
            <pc:docMk/>
            <pc:sldMk cId="4114433464" sldId="367"/>
            <ac:picMk id="7" creationId="{C2EC3ED0-700D-063B-52E0-761CDE495F85}"/>
          </ac:picMkLst>
        </pc:picChg>
      </pc:sldChg>
      <pc:sldChg chg="modSp add mod">
        <pc:chgData name="MUHAMMAD IRFAN NABYL BIN MOHAMAD YAAKUB" userId="5f5f9c1a-70e9-4026-b845-667d53078a67" providerId="ADAL" clId="{11632BAE-72A1-4230-A35C-6889FA50FFB2}" dt="2025-10-27T06:06:28.188" v="1121" actId="20577"/>
        <pc:sldMkLst>
          <pc:docMk/>
          <pc:sldMk cId="3994069135" sldId="368"/>
        </pc:sldMkLst>
        <pc:spChg chg="mod">
          <ac:chgData name="MUHAMMAD IRFAN NABYL BIN MOHAMAD YAAKUB" userId="5f5f9c1a-70e9-4026-b845-667d53078a67" providerId="ADAL" clId="{11632BAE-72A1-4230-A35C-6889FA50FFB2}" dt="2025-10-27T05:59:40.925" v="1045"/>
          <ac:spMkLst>
            <pc:docMk/>
            <pc:sldMk cId="3994069135" sldId="368"/>
            <ac:spMk id="110" creationId="{4AB2DF16-DB6E-9BA0-37DD-24EA65DD8F5C}"/>
          </ac:spMkLst>
        </pc:spChg>
        <pc:spChg chg="mod">
          <ac:chgData name="MUHAMMAD IRFAN NABYL BIN MOHAMAD YAAKUB" userId="5f5f9c1a-70e9-4026-b845-667d53078a67" providerId="ADAL" clId="{11632BAE-72A1-4230-A35C-6889FA50FFB2}" dt="2025-10-27T06:06:28.188" v="1121" actId="20577"/>
          <ac:spMkLst>
            <pc:docMk/>
            <pc:sldMk cId="3994069135" sldId="368"/>
            <ac:spMk id="111" creationId="{0D6366EE-7EE0-78B6-FEA6-F933400DA908}"/>
          </ac:spMkLst>
        </pc:spChg>
      </pc:sldChg>
      <pc:sldChg chg="addSp modSp add mod">
        <pc:chgData name="MUHAMMAD IRFAN NABYL BIN MOHAMAD YAAKUB" userId="5f5f9c1a-70e9-4026-b845-667d53078a67" providerId="ADAL" clId="{11632BAE-72A1-4230-A35C-6889FA50FFB2}" dt="2025-10-27T06:14:54.235" v="1281" actId="1076"/>
        <pc:sldMkLst>
          <pc:docMk/>
          <pc:sldMk cId="2499574011" sldId="369"/>
        </pc:sldMkLst>
        <pc:spChg chg="mod">
          <ac:chgData name="MUHAMMAD IRFAN NABYL BIN MOHAMAD YAAKUB" userId="5f5f9c1a-70e9-4026-b845-667d53078a67" providerId="ADAL" clId="{11632BAE-72A1-4230-A35C-6889FA50FFB2}" dt="2025-10-27T06:07:35.339" v="1128" actId="20577"/>
          <ac:spMkLst>
            <pc:docMk/>
            <pc:sldMk cId="2499574011" sldId="369"/>
            <ac:spMk id="110" creationId="{62A36E09-4338-8E97-1A77-2A697B914C22}"/>
          </ac:spMkLst>
        </pc:spChg>
        <pc:spChg chg="mod">
          <ac:chgData name="MUHAMMAD IRFAN NABYL BIN MOHAMAD YAAKUB" userId="5f5f9c1a-70e9-4026-b845-667d53078a67" providerId="ADAL" clId="{11632BAE-72A1-4230-A35C-6889FA50FFB2}" dt="2025-10-27T06:12:39.741" v="1249" actId="20577"/>
          <ac:spMkLst>
            <pc:docMk/>
            <pc:sldMk cId="2499574011" sldId="369"/>
            <ac:spMk id="111" creationId="{7408A937-6242-6222-BF9E-A0F7870C95AE}"/>
          </ac:spMkLst>
        </pc:spChg>
        <pc:picChg chg="add mod">
          <ac:chgData name="MUHAMMAD IRFAN NABYL BIN MOHAMAD YAAKUB" userId="5f5f9c1a-70e9-4026-b845-667d53078a67" providerId="ADAL" clId="{11632BAE-72A1-4230-A35C-6889FA50FFB2}" dt="2025-10-27T06:14:54.235" v="1281" actId="1076"/>
          <ac:picMkLst>
            <pc:docMk/>
            <pc:sldMk cId="2499574011" sldId="369"/>
            <ac:picMk id="2" creationId="{5C61CD04-BCF9-0DB6-AD58-3A0A22E79E8D}"/>
          </ac:picMkLst>
        </pc:picChg>
      </pc:sldChg>
      <pc:sldChg chg="addSp delSp modSp add mod">
        <pc:chgData name="MUHAMMAD IRFAN NABYL BIN MOHAMAD YAAKUB" userId="5f5f9c1a-70e9-4026-b845-667d53078a67" providerId="ADAL" clId="{11632BAE-72A1-4230-A35C-6889FA50FFB2}" dt="2025-10-27T06:37:26.085" v="1625" actId="1076"/>
        <pc:sldMkLst>
          <pc:docMk/>
          <pc:sldMk cId="3741566476" sldId="370"/>
        </pc:sldMkLst>
        <pc:spChg chg="mod">
          <ac:chgData name="MUHAMMAD IRFAN NABYL BIN MOHAMAD YAAKUB" userId="5f5f9c1a-70e9-4026-b845-667d53078a67" providerId="ADAL" clId="{11632BAE-72A1-4230-A35C-6889FA50FFB2}" dt="2025-10-27T06:13:31.057" v="1258" actId="20577"/>
          <ac:spMkLst>
            <pc:docMk/>
            <pc:sldMk cId="3741566476" sldId="370"/>
            <ac:spMk id="110" creationId="{3A06874B-307D-6CD3-0F60-AE716BDFFC93}"/>
          </ac:spMkLst>
        </pc:spChg>
        <pc:spChg chg="mod">
          <ac:chgData name="MUHAMMAD IRFAN NABYL BIN MOHAMAD YAAKUB" userId="5f5f9c1a-70e9-4026-b845-667d53078a67" providerId="ADAL" clId="{11632BAE-72A1-4230-A35C-6889FA50FFB2}" dt="2025-10-27T06:34:28.160" v="1601" actId="6549"/>
          <ac:spMkLst>
            <pc:docMk/>
            <pc:sldMk cId="3741566476" sldId="370"/>
            <ac:spMk id="111" creationId="{2F99EB32-E459-6117-54E6-60F1DF2D6DD9}"/>
          </ac:spMkLst>
        </pc:spChg>
        <pc:picChg chg="del">
          <ac:chgData name="MUHAMMAD IRFAN NABYL BIN MOHAMAD YAAKUB" userId="5f5f9c1a-70e9-4026-b845-667d53078a67" providerId="ADAL" clId="{11632BAE-72A1-4230-A35C-6889FA50FFB2}" dt="2025-10-27T06:14:44.654" v="1279" actId="478"/>
          <ac:picMkLst>
            <pc:docMk/>
            <pc:sldMk cId="3741566476" sldId="370"/>
            <ac:picMk id="2" creationId="{B35E61E9-5172-41FE-D3B4-060288C46271}"/>
          </ac:picMkLst>
        </pc:picChg>
        <pc:picChg chg="add del mod">
          <ac:chgData name="MUHAMMAD IRFAN NABYL BIN MOHAMAD YAAKUB" userId="5f5f9c1a-70e9-4026-b845-667d53078a67" providerId="ADAL" clId="{11632BAE-72A1-4230-A35C-6889FA50FFB2}" dt="2025-10-27T06:33:12.812" v="1592" actId="478"/>
          <ac:picMkLst>
            <pc:docMk/>
            <pc:sldMk cId="3741566476" sldId="370"/>
            <ac:picMk id="4" creationId="{1573D5A8-528F-90C8-B34C-7E1297FB60F8}"/>
          </ac:picMkLst>
        </pc:picChg>
        <pc:picChg chg="add mod">
          <ac:chgData name="MUHAMMAD IRFAN NABYL BIN MOHAMAD YAAKUB" userId="5f5f9c1a-70e9-4026-b845-667d53078a67" providerId="ADAL" clId="{11632BAE-72A1-4230-A35C-6889FA50FFB2}" dt="2025-10-27T06:37:26.085" v="1625" actId="1076"/>
          <ac:picMkLst>
            <pc:docMk/>
            <pc:sldMk cId="3741566476" sldId="370"/>
            <ac:picMk id="6" creationId="{B4B3DBF2-BE39-3563-CC69-1BD77BF10BF9}"/>
          </ac:picMkLst>
        </pc:picChg>
      </pc:sldChg>
      <pc:sldChg chg="addSp delSp modSp add mod">
        <pc:chgData name="MUHAMMAD IRFAN NABYL BIN MOHAMAD YAAKUB" userId="5f5f9c1a-70e9-4026-b845-667d53078a67" providerId="ADAL" clId="{11632BAE-72A1-4230-A35C-6889FA50FFB2}" dt="2025-10-27T07:02:21.421" v="2024" actId="13926"/>
        <pc:sldMkLst>
          <pc:docMk/>
          <pc:sldMk cId="198941749" sldId="371"/>
        </pc:sldMkLst>
        <pc:spChg chg="add del mod">
          <ac:chgData name="MUHAMMAD IRFAN NABYL BIN MOHAMAD YAAKUB" userId="5f5f9c1a-70e9-4026-b845-667d53078a67" providerId="ADAL" clId="{11632BAE-72A1-4230-A35C-6889FA50FFB2}" dt="2025-10-27T06:56:07.360" v="1929" actId="478"/>
          <ac:spMkLst>
            <pc:docMk/>
            <pc:sldMk cId="198941749" sldId="371"/>
            <ac:spMk id="3" creationId="{B5D160BF-1B4B-192F-0D05-87BC572B6B3A}"/>
          </ac:spMkLst>
        </pc:spChg>
        <pc:spChg chg="add del mod">
          <ac:chgData name="MUHAMMAD IRFAN NABYL BIN MOHAMAD YAAKUB" userId="5f5f9c1a-70e9-4026-b845-667d53078a67" providerId="ADAL" clId="{11632BAE-72A1-4230-A35C-6889FA50FFB2}" dt="2025-10-27T06:55:48.762" v="1923" actId="478"/>
          <ac:spMkLst>
            <pc:docMk/>
            <pc:sldMk cId="198941749" sldId="371"/>
            <ac:spMk id="4" creationId="{FFCB3E24-E448-825B-7EF5-F710FD1ACF3B}"/>
          </ac:spMkLst>
        </pc:spChg>
        <pc:spChg chg="add del mod">
          <ac:chgData name="MUHAMMAD IRFAN NABYL BIN MOHAMAD YAAKUB" userId="5f5f9c1a-70e9-4026-b845-667d53078a67" providerId="ADAL" clId="{11632BAE-72A1-4230-A35C-6889FA50FFB2}" dt="2025-10-27T06:55:49.627" v="1924" actId="478"/>
          <ac:spMkLst>
            <pc:docMk/>
            <pc:sldMk cId="198941749" sldId="371"/>
            <ac:spMk id="5" creationId="{91F876B1-33F5-92F7-C424-E855EDD3F8D6}"/>
          </ac:spMkLst>
        </pc:spChg>
        <pc:spChg chg="add del mod">
          <ac:chgData name="MUHAMMAD IRFAN NABYL BIN MOHAMAD YAAKUB" userId="5f5f9c1a-70e9-4026-b845-667d53078a67" providerId="ADAL" clId="{11632BAE-72A1-4230-A35C-6889FA50FFB2}" dt="2025-10-27T06:56:09.841" v="1931" actId="478"/>
          <ac:spMkLst>
            <pc:docMk/>
            <pc:sldMk cId="198941749" sldId="371"/>
            <ac:spMk id="7" creationId="{442A712C-C904-8D9C-8747-607A79EC018A}"/>
          </ac:spMkLst>
        </pc:spChg>
        <pc:spChg chg="add mod ord">
          <ac:chgData name="MUHAMMAD IRFAN NABYL BIN MOHAMAD YAAKUB" userId="5f5f9c1a-70e9-4026-b845-667d53078a67" providerId="ADAL" clId="{11632BAE-72A1-4230-A35C-6889FA50FFB2}" dt="2025-10-27T07:02:21.421" v="2024" actId="13926"/>
          <ac:spMkLst>
            <pc:docMk/>
            <pc:sldMk cId="198941749" sldId="371"/>
            <ac:spMk id="8" creationId="{E025C083-4536-6ED4-6843-662343E7D1E4}"/>
          </ac:spMkLst>
        </pc:spChg>
        <pc:spChg chg="add del mod">
          <ac:chgData name="MUHAMMAD IRFAN NABYL BIN MOHAMAD YAAKUB" userId="5f5f9c1a-70e9-4026-b845-667d53078a67" providerId="ADAL" clId="{11632BAE-72A1-4230-A35C-6889FA50FFB2}" dt="2025-10-27T06:56:08.861" v="1930" actId="478"/>
          <ac:spMkLst>
            <pc:docMk/>
            <pc:sldMk cId="198941749" sldId="371"/>
            <ac:spMk id="10" creationId="{53B8A92F-3C61-99CB-2E88-813C1D34533C}"/>
          </ac:spMkLst>
        </pc:spChg>
        <pc:spChg chg="mod">
          <ac:chgData name="MUHAMMAD IRFAN NABYL BIN MOHAMAD YAAKUB" userId="5f5f9c1a-70e9-4026-b845-667d53078a67" providerId="ADAL" clId="{11632BAE-72A1-4230-A35C-6889FA50FFB2}" dt="2025-10-27T06:56:16.342" v="1937" actId="20577"/>
          <ac:spMkLst>
            <pc:docMk/>
            <pc:sldMk cId="198941749" sldId="371"/>
            <ac:spMk id="110" creationId="{C81E64F8-A9B9-8519-3766-7BAEDA8A3B66}"/>
          </ac:spMkLst>
        </pc:spChg>
        <pc:spChg chg="del">
          <ac:chgData name="MUHAMMAD IRFAN NABYL BIN MOHAMAD YAAKUB" userId="5f5f9c1a-70e9-4026-b845-667d53078a67" providerId="ADAL" clId="{11632BAE-72A1-4230-A35C-6889FA50FFB2}" dt="2025-10-27T06:37:21.202" v="1624" actId="478"/>
          <ac:spMkLst>
            <pc:docMk/>
            <pc:sldMk cId="198941749" sldId="371"/>
            <ac:spMk id="111" creationId="{F9E3B464-DAAB-2337-DC5D-830E0BD0A656}"/>
          </ac:spMkLst>
        </pc:spChg>
        <pc:picChg chg="del">
          <ac:chgData name="MUHAMMAD IRFAN NABYL BIN MOHAMAD YAAKUB" userId="5f5f9c1a-70e9-4026-b845-667d53078a67" providerId="ADAL" clId="{11632BAE-72A1-4230-A35C-6889FA50FFB2}" dt="2025-10-27T06:37:19.197" v="1623" actId="478"/>
          <ac:picMkLst>
            <pc:docMk/>
            <pc:sldMk cId="198941749" sldId="371"/>
            <ac:picMk id="6" creationId="{4B788906-8E13-7BC0-9081-D5525DC4CFE0}"/>
          </ac:picMkLst>
        </pc:picChg>
      </pc:sldChg>
      <pc:sldChg chg="modSp add mod modTransition">
        <pc:chgData name="MUHAMMAD IRFAN NABYL BIN MOHAMAD YAAKUB" userId="5f5f9c1a-70e9-4026-b845-667d53078a67" providerId="ADAL" clId="{11632BAE-72A1-4230-A35C-6889FA50FFB2}" dt="2025-10-27T07:00:05.677" v="2003" actId="20577"/>
        <pc:sldMkLst>
          <pc:docMk/>
          <pc:sldMk cId="414364000" sldId="372"/>
        </pc:sldMkLst>
        <pc:spChg chg="mod">
          <ac:chgData name="MUHAMMAD IRFAN NABYL BIN MOHAMAD YAAKUB" userId="5f5f9c1a-70e9-4026-b845-667d53078a67" providerId="ADAL" clId="{11632BAE-72A1-4230-A35C-6889FA50FFB2}" dt="2025-10-27T06:59:41.037" v="1996" actId="20577"/>
          <ac:spMkLst>
            <pc:docMk/>
            <pc:sldMk cId="414364000" sldId="372"/>
            <ac:spMk id="8" creationId="{216486E4-A5BC-154F-43F6-4B4F02161D7D}"/>
          </ac:spMkLst>
        </pc:spChg>
        <pc:spChg chg="mod">
          <ac:chgData name="MUHAMMAD IRFAN NABYL BIN MOHAMAD YAAKUB" userId="5f5f9c1a-70e9-4026-b845-667d53078a67" providerId="ADAL" clId="{11632BAE-72A1-4230-A35C-6889FA50FFB2}" dt="2025-10-27T07:00:05.677" v="2003" actId="20577"/>
          <ac:spMkLst>
            <pc:docMk/>
            <pc:sldMk cId="414364000" sldId="372"/>
            <ac:spMk id="110" creationId="{A74E70C3-8777-00DA-FFB1-268F2823AD02}"/>
          </ac:spMkLst>
        </pc:spChg>
      </pc:sldChg>
      <pc:sldChg chg="addSp delSp modSp add del mod">
        <pc:chgData name="MUHAMMAD IRFAN NABYL BIN MOHAMAD YAAKUB" userId="5f5f9c1a-70e9-4026-b845-667d53078a67" providerId="ADAL" clId="{11632BAE-72A1-4230-A35C-6889FA50FFB2}" dt="2025-10-27T06:56:19.207" v="1938" actId="47"/>
        <pc:sldMkLst>
          <pc:docMk/>
          <pc:sldMk cId="3014629095" sldId="372"/>
        </pc:sldMkLst>
        <pc:spChg chg="add del mod">
          <ac:chgData name="MUHAMMAD IRFAN NABYL BIN MOHAMAD YAAKUB" userId="5f5f9c1a-70e9-4026-b845-667d53078a67" providerId="ADAL" clId="{11632BAE-72A1-4230-A35C-6889FA50FFB2}" dt="2025-10-27T06:46:59.447" v="1764" actId="478"/>
          <ac:spMkLst>
            <pc:docMk/>
            <pc:sldMk cId="3014629095" sldId="372"/>
            <ac:spMk id="2" creationId="{BA7A91AF-52DE-A67E-0D88-E77F595E8FDD}"/>
          </ac:spMkLst>
        </pc:spChg>
        <pc:spChg chg="mod">
          <ac:chgData name="MUHAMMAD IRFAN NABYL BIN MOHAMAD YAAKUB" userId="5f5f9c1a-70e9-4026-b845-667d53078a67" providerId="ADAL" clId="{11632BAE-72A1-4230-A35C-6889FA50FFB2}" dt="2025-10-27T06:51:55.086" v="1869" actId="20577"/>
          <ac:spMkLst>
            <pc:docMk/>
            <pc:sldMk cId="3014629095" sldId="372"/>
            <ac:spMk id="3" creationId="{F25D0555-7E77-10C8-F308-B2ADB254F6A2}"/>
          </ac:spMkLst>
        </pc:spChg>
        <pc:spChg chg="mod">
          <ac:chgData name="MUHAMMAD IRFAN NABYL BIN MOHAMAD YAAKUB" userId="5f5f9c1a-70e9-4026-b845-667d53078a67" providerId="ADAL" clId="{11632BAE-72A1-4230-A35C-6889FA50FFB2}" dt="2025-10-27T06:48:41.625" v="1785" actId="1076"/>
          <ac:spMkLst>
            <pc:docMk/>
            <pc:sldMk cId="3014629095" sldId="372"/>
            <ac:spMk id="4" creationId="{9ABECF15-6668-3F7F-D2EE-CD694E3E0A00}"/>
          </ac:spMkLst>
        </pc:spChg>
        <pc:spChg chg="del">
          <ac:chgData name="MUHAMMAD IRFAN NABYL BIN MOHAMAD YAAKUB" userId="5f5f9c1a-70e9-4026-b845-667d53078a67" providerId="ADAL" clId="{11632BAE-72A1-4230-A35C-6889FA50FFB2}" dt="2025-10-27T06:46:01.790" v="1728" actId="478"/>
          <ac:spMkLst>
            <pc:docMk/>
            <pc:sldMk cId="3014629095" sldId="372"/>
            <ac:spMk id="5" creationId="{9B02C7D4-DC25-3C12-F2A8-438D0EC4EBC5}"/>
          </ac:spMkLst>
        </pc:spChg>
        <pc:spChg chg="add del mod">
          <ac:chgData name="MUHAMMAD IRFAN NABYL BIN MOHAMAD YAAKUB" userId="5f5f9c1a-70e9-4026-b845-667d53078a67" providerId="ADAL" clId="{11632BAE-72A1-4230-A35C-6889FA50FFB2}" dt="2025-10-27T06:47:14.225" v="1768" actId="478"/>
          <ac:spMkLst>
            <pc:docMk/>
            <pc:sldMk cId="3014629095" sldId="372"/>
            <ac:spMk id="6" creationId="{C0C14755-9D2F-F4AF-3ACA-6A1380647654}"/>
          </ac:spMkLst>
        </pc:spChg>
        <pc:spChg chg="del mod">
          <ac:chgData name="MUHAMMAD IRFAN NABYL BIN MOHAMAD YAAKUB" userId="5f5f9c1a-70e9-4026-b845-667d53078a67" providerId="ADAL" clId="{11632BAE-72A1-4230-A35C-6889FA50FFB2}" dt="2025-10-27T06:46:33.772" v="1761" actId="478"/>
          <ac:spMkLst>
            <pc:docMk/>
            <pc:sldMk cId="3014629095" sldId="372"/>
            <ac:spMk id="7" creationId="{6028FB4C-264B-8902-D8F4-B2EDF8BFEF9D}"/>
          </ac:spMkLst>
        </pc:spChg>
        <pc:spChg chg="add mod">
          <ac:chgData name="MUHAMMAD IRFAN NABYL BIN MOHAMAD YAAKUB" userId="5f5f9c1a-70e9-4026-b845-667d53078a67" providerId="ADAL" clId="{11632BAE-72A1-4230-A35C-6889FA50FFB2}" dt="2025-10-27T06:47:57.181" v="1777"/>
          <ac:spMkLst>
            <pc:docMk/>
            <pc:sldMk cId="3014629095" sldId="372"/>
            <ac:spMk id="8" creationId="{7C9DD566-91F4-628D-D814-CB320726AE14}"/>
          </ac:spMkLst>
        </pc:spChg>
        <pc:spChg chg="add mod">
          <ac:chgData name="MUHAMMAD IRFAN NABYL BIN MOHAMAD YAAKUB" userId="5f5f9c1a-70e9-4026-b845-667d53078a67" providerId="ADAL" clId="{11632BAE-72A1-4230-A35C-6889FA50FFB2}" dt="2025-10-27T06:47:57.181" v="1777"/>
          <ac:spMkLst>
            <pc:docMk/>
            <pc:sldMk cId="3014629095" sldId="372"/>
            <ac:spMk id="9" creationId="{CDF7980A-144B-E6E0-369A-9358029E42EF}"/>
          </ac:spMkLst>
        </pc:spChg>
        <pc:spChg chg="add mod">
          <ac:chgData name="MUHAMMAD IRFAN NABYL BIN MOHAMAD YAAKUB" userId="5f5f9c1a-70e9-4026-b845-667d53078a67" providerId="ADAL" clId="{11632BAE-72A1-4230-A35C-6889FA50FFB2}" dt="2025-10-27T06:51:57.765" v="1871" actId="20577"/>
          <ac:spMkLst>
            <pc:docMk/>
            <pc:sldMk cId="3014629095" sldId="372"/>
            <ac:spMk id="10" creationId="{7F7AE7F5-2AFD-5FE4-9504-9CD010B996AD}"/>
          </ac:spMkLst>
        </pc:spChg>
        <pc:spChg chg="add mod">
          <ac:chgData name="MUHAMMAD IRFAN NABYL BIN MOHAMAD YAAKUB" userId="5f5f9c1a-70e9-4026-b845-667d53078a67" providerId="ADAL" clId="{11632BAE-72A1-4230-A35C-6889FA50FFB2}" dt="2025-10-27T06:48:46.091" v="1786" actId="1076"/>
          <ac:spMkLst>
            <pc:docMk/>
            <pc:sldMk cId="3014629095" sldId="372"/>
            <ac:spMk id="11" creationId="{86812635-6D31-F9D0-19FA-6CCE31EEDC9B}"/>
          </ac:spMkLst>
        </pc:spChg>
        <pc:spChg chg="mod">
          <ac:chgData name="MUHAMMAD IRFAN NABYL BIN MOHAMAD YAAKUB" userId="5f5f9c1a-70e9-4026-b845-667d53078a67" providerId="ADAL" clId="{11632BAE-72A1-4230-A35C-6889FA50FFB2}" dt="2025-10-27T06:54:50.296" v="1918" actId="20577"/>
          <ac:spMkLst>
            <pc:docMk/>
            <pc:sldMk cId="3014629095" sldId="372"/>
            <ac:spMk id="110" creationId="{AAB6110F-1699-826B-682C-A215A759C3C6}"/>
          </ac:spMkLst>
        </pc:spChg>
      </pc:sldChg>
      <pc:sldChg chg="addSp delSp modSp add mod">
        <pc:chgData name="MUHAMMAD IRFAN NABYL BIN MOHAMAD YAAKUB" userId="5f5f9c1a-70e9-4026-b845-667d53078a67" providerId="ADAL" clId="{11632BAE-72A1-4230-A35C-6889FA50FFB2}" dt="2025-10-27T07:00:19.258" v="2014" actId="14100"/>
        <pc:sldMkLst>
          <pc:docMk/>
          <pc:sldMk cId="2707319166" sldId="373"/>
        </pc:sldMkLst>
        <pc:spChg chg="del">
          <ac:chgData name="MUHAMMAD IRFAN NABYL BIN MOHAMAD YAAKUB" userId="5f5f9c1a-70e9-4026-b845-667d53078a67" providerId="ADAL" clId="{11632BAE-72A1-4230-A35C-6889FA50FFB2}" dt="2025-10-27T07:00:11.362" v="2010" actId="478"/>
          <ac:spMkLst>
            <pc:docMk/>
            <pc:sldMk cId="2707319166" sldId="373"/>
            <ac:spMk id="8" creationId="{4BDAB84D-E5C6-A7CE-0FF8-4BF76C109EF2}"/>
          </ac:spMkLst>
        </pc:spChg>
        <pc:spChg chg="mod">
          <ac:chgData name="MUHAMMAD IRFAN NABYL BIN MOHAMAD YAAKUB" userId="5f5f9c1a-70e9-4026-b845-667d53078a67" providerId="ADAL" clId="{11632BAE-72A1-4230-A35C-6889FA50FFB2}" dt="2025-10-27T07:00:09.488" v="2009" actId="20577"/>
          <ac:spMkLst>
            <pc:docMk/>
            <pc:sldMk cId="2707319166" sldId="373"/>
            <ac:spMk id="110" creationId="{5E6C8294-704A-3778-8965-0B1B9B00683C}"/>
          </ac:spMkLst>
        </pc:spChg>
        <pc:picChg chg="add mod">
          <ac:chgData name="MUHAMMAD IRFAN NABYL BIN MOHAMAD YAAKUB" userId="5f5f9c1a-70e9-4026-b845-667d53078a67" providerId="ADAL" clId="{11632BAE-72A1-4230-A35C-6889FA50FFB2}" dt="2025-10-27T07:00:19.258" v="2014" actId="14100"/>
          <ac:picMkLst>
            <pc:docMk/>
            <pc:sldMk cId="2707319166" sldId="373"/>
            <ac:picMk id="3" creationId="{CF85C90F-B821-CA2A-14D7-F8633CC38C55}"/>
          </ac:picMkLst>
        </pc:picChg>
      </pc:sldChg>
      <pc:sldChg chg="addSp delSp modSp add del mod">
        <pc:chgData name="MUHAMMAD IRFAN NABYL BIN MOHAMAD YAAKUB" userId="5f5f9c1a-70e9-4026-b845-667d53078a67" providerId="ADAL" clId="{11632BAE-72A1-4230-A35C-6889FA50FFB2}" dt="2025-10-27T06:56:19.207" v="1938" actId="47"/>
        <pc:sldMkLst>
          <pc:docMk/>
          <pc:sldMk cId="3783186236" sldId="373"/>
        </pc:sldMkLst>
        <pc:spChg chg="mod">
          <ac:chgData name="MUHAMMAD IRFAN NABYL BIN MOHAMAD YAAKUB" userId="5f5f9c1a-70e9-4026-b845-667d53078a67" providerId="ADAL" clId="{11632BAE-72A1-4230-A35C-6889FA50FFB2}" dt="2025-10-27T06:52:02.085" v="1877" actId="20577"/>
          <ac:spMkLst>
            <pc:docMk/>
            <pc:sldMk cId="3783186236" sldId="373"/>
            <ac:spMk id="3" creationId="{9C5EFFD3-9B78-AB56-F705-E61B22590CCC}"/>
          </ac:spMkLst>
        </pc:spChg>
        <pc:spChg chg="del">
          <ac:chgData name="MUHAMMAD IRFAN NABYL BIN MOHAMAD YAAKUB" userId="5f5f9c1a-70e9-4026-b845-667d53078a67" providerId="ADAL" clId="{11632BAE-72A1-4230-A35C-6889FA50FFB2}" dt="2025-10-27T06:50:18.419" v="1796" actId="478"/>
          <ac:spMkLst>
            <pc:docMk/>
            <pc:sldMk cId="3783186236" sldId="373"/>
            <ac:spMk id="4" creationId="{5B607107-7D3C-DC05-7DF0-164770F8FEA2}"/>
          </ac:spMkLst>
        </pc:spChg>
        <pc:spChg chg="add del mod">
          <ac:chgData name="MUHAMMAD IRFAN NABYL BIN MOHAMAD YAAKUB" userId="5f5f9c1a-70e9-4026-b845-667d53078a67" providerId="ADAL" clId="{11632BAE-72A1-4230-A35C-6889FA50FFB2}" dt="2025-10-27T06:53:57.008" v="1902" actId="478"/>
          <ac:spMkLst>
            <pc:docMk/>
            <pc:sldMk cId="3783186236" sldId="373"/>
            <ac:spMk id="10" creationId="{9F8F0174-3F87-CA4F-3750-D7C78A80C9B8}"/>
          </ac:spMkLst>
        </pc:spChg>
        <pc:spChg chg="add del mod">
          <ac:chgData name="MUHAMMAD IRFAN NABYL BIN MOHAMAD YAAKUB" userId="5f5f9c1a-70e9-4026-b845-667d53078a67" providerId="ADAL" clId="{11632BAE-72A1-4230-A35C-6889FA50FFB2}" dt="2025-10-27T06:53:57.486" v="1903" actId="6549"/>
          <ac:spMkLst>
            <pc:docMk/>
            <pc:sldMk cId="3783186236" sldId="373"/>
            <ac:spMk id="11" creationId="{A6549F3D-25AE-8748-B2FE-525F4F8FFAC8}"/>
          </ac:spMkLst>
        </pc:spChg>
        <pc:spChg chg="mod">
          <ac:chgData name="MUHAMMAD IRFAN NABYL BIN MOHAMAD YAAKUB" userId="5f5f9c1a-70e9-4026-b845-667d53078a67" providerId="ADAL" clId="{11632BAE-72A1-4230-A35C-6889FA50FFB2}" dt="2025-10-27T06:54:52.120" v="1919" actId="20577"/>
          <ac:spMkLst>
            <pc:docMk/>
            <pc:sldMk cId="3783186236" sldId="373"/>
            <ac:spMk id="110" creationId="{776BB386-39F6-FAC6-2EA1-7BA7BAD948DD}"/>
          </ac:spMkLst>
        </pc:spChg>
        <pc:picChg chg="add del mod">
          <ac:chgData name="MUHAMMAD IRFAN NABYL BIN MOHAMAD YAAKUB" userId="5f5f9c1a-70e9-4026-b845-667d53078a67" providerId="ADAL" clId="{11632BAE-72A1-4230-A35C-6889FA50FFB2}" dt="2025-10-27T06:54:13.371" v="1909" actId="1076"/>
          <ac:picMkLst>
            <pc:docMk/>
            <pc:sldMk cId="3783186236" sldId="373"/>
            <ac:picMk id="5" creationId="{9E3B28E9-E329-1BF3-8A82-B4D876163D22}"/>
          </ac:picMkLst>
        </pc:picChg>
        <pc:picChg chg="add mod">
          <ac:chgData name="MUHAMMAD IRFAN NABYL BIN MOHAMAD YAAKUB" userId="5f5f9c1a-70e9-4026-b845-667d53078a67" providerId="ADAL" clId="{11632BAE-72A1-4230-A35C-6889FA50FFB2}" dt="2025-10-27T06:54:07.654" v="1906" actId="571"/>
          <ac:picMkLst>
            <pc:docMk/>
            <pc:sldMk cId="3783186236" sldId="373"/>
            <ac:picMk id="6" creationId="{7D29CBAB-01EB-1A5C-26BD-EBC80D09E0EE}"/>
          </ac:picMkLst>
        </pc:picChg>
      </pc:sldChg>
      <pc:sldChg chg="addSp delSp modSp add del mod">
        <pc:chgData name="MUHAMMAD IRFAN NABYL BIN MOHAMAD YAAKUB" userId="5f5f9c1a-70e9-4026-b845-667d53078a67" providerId="ADAL" clId="{11632BAE-72A1-4230-A35C-6889FA50FFB2}" dt="2025-10-27T06:56:19.207" v="1938" actId="47"/>
        <pc:sldMkLst>
          <pc:docMk/>
          <pc:sldMk cId="2461809910" sldId="374"/>
        </pc:sldMkLst>
        <pc:spChg chg="del">
          <ac:chgData name="MUHAMMAD IRFAN NABYL BIN MOHAMAD YAAKUB" userId="5f5f9c1a-70e9-4026-b845-667d53078a67" providerId="ADAL" clId="{11632BAE-72A1-4230-A35C-6889FA50FFB2}" dt="2025-10-27T06:54:26.488" v="1913" actId="478"/>
          <ac:spMkLst>
            <pc:docMk/>
            <pc:sldMk cId="2461809910" sldId="374"/>
            <ac:spMk id="3" creationId="{BC6F2548-6940-F53E-E841-358B1F2BD625}"/>
          </ac:spMkLst>
        </pc:spChg>
        <pc:spChg chg="add del mod">
          <ac:chgData name="MUHAMMAD IRFAN NABYL BIN MOHAMAD YAAKUB" userId="5f5f9c1a-70e9-4026-b845-667d53078a67" providerId="ADAL" clId="{11632BAE-72A1-4230-A35C-6889FA50FFB2}" dt="2025-10-27T06:54:28.123" v="1914" actId="478"/>
          <ac:spMkLst>
            <pc:docMk/>
            <pc:sldMk cId="2461809910" sldId="374"/>
            <ac:spMk id="7" creationId="{CA0BB2EE-BA66-C9C4-B0CF-BA784349367F}"/>
          </ac:spMkLst>
        </pc:spChg>
        <pc:spChg chg="del">
          <ac:chgData name="MUHAMMAD IRFAN NABYL BIN MOHAMAD YAAKUB" userId="5f5f9c1a-70e9-4026-b845-667d53078a67" providerId="ADAL" clId="{11632BAE-72A1-4230-A35C-6889FA50FFB2}" dt="2025-10-27T06:54:29.202" v="1915" actId="478"/>
          <ac:spMkLst>
            <pc:docMk/>
            <pc:sldMk cId="2461809910" sldId="374"/>
            <ac:spMk id="10" creationId="{21207BB0-B2BE-BE49-3C8A-3244F60BF712}"/>
          </ac:spMkLst>
        </pc:spChg>
        <pc:spChg chg="del mod">
          <ac:chgData name="MUHAMMAD IRFAN NABYL BIN MOHAMAD YAAKUB" userId="5f5f9c1a-70e9-4026-b845-667d53078a67" providerId="ADAL" clId="{11632BAE-72A1-4230-A35C-6889FA50FFB2}" dt="2025-10-27T06:54:21.328" v="1911" actId="478"/>
          <ac:spMkLst>
            <pc:docMk/>
            <pc:sldMk cId="2461809910" sldId="374"/>
            <ac:spMk id="11" creationId="{6C999A5F-56BE-693A-CF93-FE999FF20C96}"/>
          </ac:spMkLst>
        </pc:spChg>
        <pc:spChg chg="mod">
          <ac:chgData name="MUHAMMAD IRFAN NABYL BIN MOHAMAD YAAKUB" userId="5f5f9c1a-70e9-4026-b845-667d53078a67" providerId="ADAL" clId="{11632BAE-72A1-4230-A35C-6889FA50FFB2}" dt="2025-10-27T06:54:53.577" v="1920" actId="20577"/>
          <ac:spMkLst>
            <pc:docMk/>
            <pc:sldMk cId="2461809910" sldId="374"/>
            <ac:spMk id="110" creationId="{1583CE90-ADF8-B7F6-1243-4BEC04801500}"/>
          </ac:spMkLst>
        </pc:spChg>
        <pc:picChg chg="add mod ord">
          <ac:chgData name="MUHAMMAD IRFAN NABYL BIN MOHAMAD YAAKUB" userId="5f5f9c1a-70e9-4026-b845-667d53078a67" providerId="ADAL" clId="{11632BAE-72A1-4230-A35C-6889FA50FFB2}" dt="2025-10-27T06:54:55.537" v="1922" actId="1076"/>
          <ac:picMkLst>
            <pc:docMk/>
            <pc:sldMk cId="2461809910" sldId="374"/>
            <ac:picMk id="4" creationId="{3CC50616-9CA7-4EE6-DCA4-A1B4334078EE}"/>
          </ac:picMkLst>
        </pc:picChg>
        <pc:picChg chg="add del">
          <ac:chgData name="MUHAMMAD IRFAN NABYL BIN MOHAMAD YAAKUB" userId="5f5f9c1a-70e9-4026-b845-667d53078a67" providerId="ADAL" clId="{11632BAE-72A1-4230-A35C-6889FA50FFB2}" dt="2025-10-27T06:53:08.090" v="1894" actId="478"/>
          <ac:picMkLst>
            <pc:docMk/>
            <pc:sldMk cId="2461809910" sldId="374"/>
            <ac:picMk id="5" creationId="{0AF60B93-D515-1A0D-827E-77DFC7B8C6C6}"/>
          </ac:picMkLst>
        </pc:picChg>
      </pc:sldChg>
      <pc:sldChg chg="delSp modSp add mod">
        <pc:chgData name="MUHAMMAD IRFAN NABYL BIN MOHAMAD YAAKUB" userId="5f5f9c1a-70e9-4026-b845-667d53078a67" providerId="ADAL" clId="{11632BAE-72A1-4230-A35C-6889FA50FFB2}" dt="2025-10-27T07:01:35.198" v="2022" actId="478"/>
        <pc:sldMkLst>
          <pc:docMk/>
          <pc:sldMk cId="3298209503" sldId="374"/>
        </pc:sldMkLst>
        <pc:spChg chg="del mod">
          <ac:chgData name="MUHAMMAD IRFAN NABYL BIN MOHAMAD YAAKUB" userId="5f5f9c1a-70e9-4026-b845-667d53078a67" providerId="ADAL" clId="{11632BAE-72A1-4230-A35C-6889FA50FFB2}" dt="2025-10-27T07:01:35.198" v="2022" actId="478"/>
          <ac:spMkLst>
            <pc:docMk/>
            <pc:sldMk cId="3298209503" sldId="374"/>
            <ac:spMk id="8" creationId="{6F8FABA8-5A7E-CBD2-C589-E4A4E8358588}"/>
          </ac:spMkLst>
        </pc:spChg>
      </pc:sldChg>
      <pc:sldMasterChg chg="delSldLayout">
        <pc:chgData name="MUHAMMAD IRFAN NABYL BIN MOHAMAD YAAKUB" userId="5f5f9c1a-70e9-4026-b845-667d53078a67" providerId="ADAL" clId="{11632BAE-72A1-4230-A35C-6889FA50FFB2}" dt="2025-10-27T04:30:10.732" v="301" actId="47"/>
        <pc:sldMasterMkLst>
          <pc:docMk/>
          <pc:sldMasterMk cId="0" sldId="2147483658"/>
        </pc:sldMasterMkLst>
        <pc:sldLayoutChg chg="del">
          <pc:chgData name="MUHAMMAD IRFAN NABYL BIN MOHAMAD YAAKUB" userId="5f5f9c1a-70e9-4026-b845-667d53078a67" providerId="ADAL" clId="{11632BAE-72A1-4230-A35C-6889FA50FFB2}" dt="2025-10-27T04:30:10.732" v="301" actId="47"/>
          <pc:sldLayoutMkLst>
            <pc:docMk/>
            <pc:sldMasterMk cId="0" sldId="2147483658"/>
            <pc:sldLayoutMk cId="0" sldId="2147483653"/>
          </pc:sldLayoutMkLst>
        </pc:sldLayoutChg>
        <pc:sldLayoutChg chg="del">
          <pc:chgData name="MUHAMMAD IRFAN NABYL BIN MOHAMAD YAAKUB" userId="5f5f9c1a-70e9-4026-b845-667d53078a67" providerId="ADAL" clId="{11632BAE-72A1-4230-A35C-6889FA50FFB2}" dt="2025-10-27T03:33:50.592" v="36" actId="47"/>
          <pc:sldLayoutMkLst>
            <pc:docMk/>
            <pc:sldMasterMk cId="0" sldId="2147483658"/>
            <pc:sldLayoutMk cId="1152968694" sldId="2147483660"/>
          </pc:sldLayoutMkLst>
        </pc:sldLayoutChg>
        <pc:sldLayoutChg chg="del">
          <pc:chgData name="MUHAMMAD IRFAN NABYL BIN MOHAMAD YAAKUB" userId="5f5f9c1a-70e9-4026-b845-667d53078a67" providerId="ADAL" clId="{11632BAE-72A1-4230-A35C-6889FA50FFB2}" dt="2025-10-27T03:33:22.344" v="32" actId="47"/>
          <pc:sldLayoutMkLst>
            <pc:docMk/>
            <pc:sldMasterMk cId="0" sldId="2147483658"/>
            <pc:sldLayoutMk cId="1298516264" sldId="2147483660"/>
          </pc:sldLayoutMkLst>
        </pc:sldLayoutChg>
      </pc:sldMasterChg>
    </pc:docChg>
  </pc:docChgLst>
  <pc:docChgLst>
    <pc:chgData name="MUHAMMAD IRFAN NABYL BIN MOHAMAD YAAKUB" userId="5f5f9c1a-70e9-4026-b845-667d53078a67" providerId="ADAL" clId="{FB0A4625-5635-42D2-81C4-3227F1CAD932}"/>
    <pc:docChg chg="undo redo custSel addSld delSld modSld sldOrd modSection">
      <pc:chgData name="MUHAMMAD IRFAN NABYL BIN MOHAMAD YAAKUB" userId="5f5f9c1a-70e9-4026-b845-667d53078a67" providerId="ADAL" clId="{FB0A4625-5635-42D2-81C4-3227F1CAD932}" dt="2025-10-27T15:29:46.974" v="3868" actId="14100"/>
      <pc:docMkLst>
        <pc:docMk/>
      </pc:docMkLst>
      <pc:sldChg chg="modSp mod modTransition">
        <pc:chgData name="MUHAMMAD IRFAN NABYL BIN MOHAMAD YAAKUB" userId="5f5f9c1a-70e9-4026-b845-667d53078a67" providerId="ADAL" clId="{FB0A4625-5635-42D2-81C4-3227F1CAD932}" dt="2025-10-27T15:21:06.567" v="3751"/>
        <pc:sldMkLst>
          <pc:docMk/>
          <pc:sldMk cId="0" sldId="256"/>
        </pc:sldMkLst>
        <pc:spChg chg="mod">
          <ac:chgData name="MUHAMMAD IRFAN NABYL BIN MOHAMAD YAAKUB" userId="5f5f9c1a-70e9-4026-b845-667d53078a67" providerId="ADAL" clId="{FB0A4625-5635-42D2-81C4-3227F1CAD932}" dt="2025-10-27T12:38:42.727" v="1674" actId="207"/>
          <ac:spMkLst>
            <pc:docMk/>
            <pc:sldMk cId="0" sldId="256"/>
            <ac:spMk id="2" creationId="{FFF35418-BBC9-D976-6BC2-F17CE2E2A125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0" sldId="256"/>
            <ac:spMk id="5" creationId="{1B0E2E48-9745-2359-D43D-97336F45A2D3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0" sldId="256"/>
            <ac:spMk id="7" creationId="{EB7381B7-BF6D-DFBC-ACBE-2D53885689C4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0" sldId="256"/>
            <ac:spMk id="70" creationId="{00000000-0000-0000-0000-000000000000}"/>
          </ac:spMkLst>
        </pc:spChg>
      </pc:sldChg>
      <pc:sldChg chg="addSp delSp modSp mod modTransition">
        <pc:chgData name="MUHAMMAD IRFAN NABYL BIN MOHAMAD YAAKUB" userId="5f5f9c1a-70e9-4026-b845-667d53078a67" providerId="ADAL" clId="{FB0A4625-5635-42D2-81C4-3227F1CAD932}" dt="2025-10-27T15:21:06.567" v="3751"/>
        <pc:sldMkLst>
          <pc:docMk/>
          <pc:sldMk cId="0" sldId="261"/>
        </pc:sldMkLst>
        <pc:spChg chg="add mod">
          <ac:chgData name="MUHAMMAD IRFAN NABYL BIN MOHAMAD YAAKUB" userId="5f5f9c1a-70e9-4026-b845-667d53078a67" providerId="ADAL" clId="{FB0A4625-5635-42D2-81C4-3227F1CAD932}" dt="2025-10-27T15:20:19.549" v="3706"/>
          <ac:spMkLst>
            <pc:docMk/>
            <pc:sldMk cId="0" sldId="261"/>
            <ac:spMk id="2" creationId="{B54E01EB-47CB-4CB3-D59E-F06DAC7C8F5B}"/>
          </ac:spMkLst>
        </pc:spChg>
        <pc:spChg chg="add mod">
          <ac:chgData name="MUHAMMAD IRFAN NABYL BIN MOHAMAD YAAKUB" userId="5f5f9c1a-70e9-4026-b845-667d53078a67" providerId="ADAL" clId="{FB0A4625-5635-42D2-81C4-3227F1CAD932}" dt="2025-10-27T12:38:36.380" v="1673"/>
          <ac:spMkLst>
            <pc:docMk/>
            <pc:sldMk cId="0" sldId="261"/>
            <ac:spMk id="2" creationId="{B746FBE8-B88B-C21C-2275-F593EEE49998}"/>
          </ac:spMkLst>
        </pc:spChg>
        <pc:spChg chg="add del mod">
          <ac:chgData name="MUHAMMAD IRFAN NABYL BIN MOHAMAD YAAKUB" userId="5f5f9c1a-70e9-4026-b845-667d53078a67" providerId="ADAL" clId="{FB0A4625-5635-42D2-81C4-3227F1CAD932}" dt="2025-10-27T15:20:26.553" v="3707" actId="478"/>
          <ac:spMkLst>
            <pc:docMk/>
            <pc:sldMk cId="0" sldId="261"/>
            <ac:spMk id="3" creationId="{EF9C1338-620B-A3B6-5CA7-A68273C0BF7B}"/>
          </ac:spMkLst>
        </pc:spChg>
        <pc:spChg chg="add mod">
          <ac:chgData name="MUHAMMAD IRFAN NABYL BIN MOHAMAD YAAKUB" userId="5f5f9c1a-70e9-4026-b845-667d53078a67" providerId="ADAL" clId="{FB0A4625-5635-42D2-81C4-3227F1CAD932}" dt="2025-10-27T15:20:26.780" v="3708"/>
          <ac:spMkLst>
            <pc:docMk/>
            <pc:sldMk cId="0" sldId="261"/>
            <ac:spMk id="5" creationId="{2BD71019-1CEA-2F95-FBD1-3841D03EDE68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0" sldId="261"/>
            <ac:spMk id="110" creationId="{00000000-0000-0000-0000-000000000000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0" sldId="261"/>
            <ac:spMk id="111" creationId="{00000000-0000-0000-0000-000000000000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0" sldId="261"/>
            <ac:spMk id="112" creationId="{00000000-0000-0000-0000-000000000000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00.464" v="1676"/>
          <ac:picMkLst>
            <pc:docMk/>
            <pc:sldMk cId="0" sldId="261"/>
            <ac:picMk id="4" creationId="{020B55F4-CF76-8949-EFCD-2D4CF2FD34B7}"/>
          </ac:picMkLst>
        </pc:picChg>
      </pc:sldChg>
      <pc:sldChg chg="addSp modSp mod modTransition">
        <pc:chgData name="MUHAMMAD IRFAN NABYL BIN MOHAMAD YAAKUB" userId="5f5f9c1a-70e9-4026-b845-667d53078a67" providerId="ADAL" clId="{FB0A4625-5635-42D2-81C4-3227F1CAD932}" dt="2025-10-27T15:21:06.567" v="3751"/>
        <pc:sldMkLst>
          <pc:docMk/>
          <pc:sldMk cId="2001392608" sldId="297"/>
        </pc:sldMkLst>
        <pc:spChg chg="add mod">
          <ac:chgData name="MUHAMMAD IRFAN NABYL BIN MOHAMAD YAAKUB" userId="5f5f9c1a-70e9-4026-b845-667d53078a67" providerId="ADAL" clId="{FB0A4625-5635-42D2-81C4-3227F1CAD932}" dt="2025-10-27T15:20:18.885" v="3705"/>
          <ac:spMkLst>
            <pc:docMk/>
            <pc:sldMk cId="2001392608" sldId="297"/>
            <ac:spMk id="2" creationId="{8EC2FC12-B739-2F34-90ED-81496958B3CF}"/>
          </ac:spMkLst>
        </pc:spChg>
        <pc:spChg chg="add mod">
          <ac:chgData name="MUHAMMAD IRFAN NABYL BIN MOHAMAD YAAKUB" userId="5f5f9c1a-70e9-4026-b845-667d53078a67" providerId="ADAL" clId="{FB0A4625-5635-42D2-81C4-3227F1CAD932}" dt="2025-10-27T12:38:35.227" v="1672"/>
          <ac:spMkLst>
            <pc:docMk/>
            <pc:sldMk cId="2001392608" sldId="297"/>
            <ac:spMk id="2" creationId="{A9D3AADC-F8C2-4405-B2A3-36E5BA7002F1}"/>
          </ac:spMkLst>
        </pc:spChg>
        <pc:spChg chg="add mod">
          <ac:chgData name="MUHAMMAD IRFAN NABYL BIN MOHAMAD YAAKUB" userId="5f5f9c1a-70e9-4026-b845-667d53078a67" providerId="ADAL" clId="{FB0A4625-5635-42D2-81C4-3227F1CAD932}" dt="2025-10-27T12:39:35.627" v="1708"/>
          <ac:spMkLst>
            <pc:docMk/>
            <pc:sldMk cId="2001392608" sldId="297"/>
            <ac:spMk id="3" creationId="{96A07515-562F-5A8F-EA90-7E14994A1E65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2001392608" sldId="297"/>
            <ac:spMk id="6" creationId="{4AF5FB3C-6B62-77A7-3690-7DD0748A0F6B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2001392608" sldId="297"/>
            <ac:spMk id="7" creationId="{8D3A46E9-C49E-BBC2-7375-83E4A9118D31}"/>
          </ac:spMkLst>
        </pc:spChg>
      </pc:sldChg>
      <pc:sldChg chg="modSp mod modTransition">
        <pc:chgData name="MUHAMMAD IRFAN NABYL BIN MOHAMAD YAAKUB" userId="5f5f9c1a-70e9-4026-b845-667d53078a67" providerId="ADAL" clId="{FB0A4625-5635-42D2-81C4-3227F1CAD932}" dt="2025-10-26T13:15:11.085" v="104"/>
        <pc:sldMkLst>
          <pc:docMk/>
          <pc:sldMk cId="1577031682" sldId="317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1324526259" sldId="318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3496649672" sldId="319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3457368727" sldId="329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798497012" sldId="330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2274365769" sldId="331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556299288" sldId="332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2477080076" sldId="333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1664538011" sldId="334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838205074" sldId="335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3846458851" sldId="336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2770632991" sldId="337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1474868906" sldId="338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3626635470" sldId="339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419214464" sldId="340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2614398709" sldId="341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2198006487" sldId="342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3689192654" sldId="343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155364270" sldId="344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1795154562" sldId="345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957721506" sldId="346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116241608" sldId="347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3801305184" sldId="348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1952445336" sldId="349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3688172053" sldId="350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828651647" sldId="352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1533331329" sldId="353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2482159390" sldId="354"/>
        </pc:sldMkLst>
      </pc:sldChg>
      <pc:sldChg chg="addSp delSp modSp mod modTransition">
        <pc:chgData name="MUHAMMAD IRFAN NABYL BIN MOHAMAD YAAKUB" userId="5f5f9c1a-70e9-4026-b845-667d53078a67" providerId="ADAL" clId="{FB0A4625-5635-42D2-81C4-3227F1CAD932}" dt="2025-10-27T15:21:06.567" v="3751"/>
        <pc:sldMkLst>
          <pc:docMk/>
          <pc:sldMk cId="1899866376" sldId="355"/>
        </pc:sldMkLst>
        <pc:spChg chg="add del mod">
          <ac:chgData name="MUHAMMAD IRFAN NABYL BIN MOHAMAD YAAKUB" userId="5f5f9c1a-70e9-4026-b845-667d53078a67" providerId="ADAL" clId="{FB0A4625-5635-42D2-81C4-3227F1CAD932}" dt="2025-10-27T12:36:01.417" v="1581" actId="478"/>
          <ac:spMkLst>
            <pc:docMk/>
            <pc:sldMk cId="1899866376" sldId="355"/>
            <ac:spMk id="2" creationId="{967A92B3-AA62-3165-81C1-CA17DEB69F88}"/>
          </ac:spMkLst>
        </pc:spChg>
        <pc:spChg chg="add mod">
          <ac:chgData name="MUHAMMAD IRFAN NABYL BIN MOHAMAD YAAKUB" userId="5f5f9c1a-70e9-4026-b845-667d53078a67" providerId="ADAL" clId="{FB0A4625-5635-42D2-81C4-3227F1CAD932}" dt="2025-10-27T15:20:57.751" v="3750"/>
          <ac:spMkLst>
            <pc:docMk/>
            <pc:sldMk cId="1899866376" sldId="355"/>
            <ac:spMk id="2" creationId="{E14E4440-FA78-31F2-2A7A-514FDE04D1ED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1899866376" sldId="355"/>
            <ac:spMk id="403" creationId="{2440A4FB-B380-52CC-55AB-06A85ADBE2FA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1899866376" sldId="355"/>
            <ac:spMk id="404" creationId="{DA18D629-F80D-012A-0320-E2374C475ED0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1899866376" sldId="355"/>
            <ac:spMk id="406" creationId="{8DFED906-A64F-0D6C-68FE-A4804191B4B3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19.697" v="1705"/>
          <ac:picMkLst>
            <pc:docMk/>
            <pc:sldMk cId="1899866376" sldId="355"/>
            <ac:picMk id="3" creationId="{B2DF0F01-A107-6281-963C-AC0E88FB8B87}"/>
          </ac:picMkLst>
        </pc:picChg>
      </pc:sldChg>
      <pc:sldChg chg="addSp delSp modSp new del mod ord">
        <pc:chgData name="MUHAMMAD IRFAN NABYL BIN MOHAMAD YAAKUB" userId="5f5f9c1a-70e9-4026-b845-667d53078a67" providerId="ADAL" clId="{FB0A4625-5635-42D2-81C4-3227F1CAD932}" dt="2025-10-26T14:00:59.888" v="176" actId="47"/>
        <pc:sldMkLst>
          <pc:docMk/>
          <pc:sldMk cId="826426824" sldId="356"/>
        </pc:sldMkLst>
        <pc:spChg chg="mod">
          <ac:chgData name="MUHAMMAD IRFAN NABYL BIN MOHAMAD YAAKUB" userId="5f5f9c1a-70e9-4026-b845-667d53078a67" providerId="ADAL" clId="{FB0A4625-5635-42D2-81C4-3227F1CAD932}" dt="2025-10-26T13:45:37.598" v="109"/>
          <ac:spMkLst>
            <pc:docMk/>
            <pc:sldMk cId="826426824" sldId="356"/>
            <ac:spMk id="2" creationId="{12A2FE86-077D-FE95-C536-C1EB0C386800}"/>
          </ac:spMkLst>
        </pc:spChg>
        <pc:spChg chg="mod">
          <ac:chgData name="MUHAMMAD IRFAN NABYL BIN MOHAMAD YAAKUB" userId="5f5f9c1a-70e9-4026-b845-667d53078a67" providerId="ADAL" clId="{FB0A4625-5635-42D2-81C4-3227F1CAD932}" dt="2025-10-26T13:46:41.068" v="171" actId="404"/>
          <ac:spMkLst>
            <pc:docMk/>
            <pc:sldMk cId="826426824" sldId="356"/>
            <ac:spMk id="3" creationId="{7891E94A-A59F-25D0-3FCF-C3C7D07BD726}"/>
          </ac:spMkLst>
        </pc:spChg>
        <pc:spChg chg="add del">
          <ac:chgData name="MUHAMMAD IRFAN NABYL BIN MOHAMAD YAAKUB" userId="5f5f9c1a-70e9-4026-b845-667d53078a67" providerId="ADAL" clId="{FB0A4625-5635-42D2-81C4-3227F1CAD932}" dt="2025-10-26T13:45:45.047" v="114" actId="478"/>
          <ac:spMkLst>
            <pc:docMk/>
            <pc:sldMk cId="826426824" sldId="356"/>
            <ac:spMk id="4" creationId="{C8A81E51-D339-BA79-76D6-5AA7F9B42CAD}"/>
          </ac:spMkLst>
        </pc:spChg>
        <pc:spChg chg="add del">
          <ac:chgData name="MUHAMMAD IRFAN NABYL BIN MOHAMAD YAAKUB" userId="5f5f9c1a-70e9-4026-b845-667d53078a67" providerId="ADAL" clId="{FB0A4625-5635-42D2-81C4-3227F1CAD932}" dt="2025-10-26T13:45:46.151" v="115" actId="478"/>
          <ac:spMkLst>
            <pc:docMk/>
            <pc:sldMk cId="826426824" sldId="356"/>
            <ac:spMk id="5" creationId="{782A4879-642C-B694-ACED-EC5F05AEF73D}"/>
          </ac:spMkLst>
        </pc:spChg>
      </pc:sldChg>
      <pc:sldChg chg="addSp modSp mod modTransition">
        <pc:chgData name="MUHAMMAD IRFAN NABYL BIN MOHAMAD YAAKUB" userId="5f5f9c1a-70e9-4026-b845-667d53078a67" providerId="ADAL" clId="{FB0A4625-5635-42D2-81C4-3227F1CAD932}" dt="2025-10-27T15:21:06.567" v="3751"/>
        <pc:sldMkLst>
          <pc:docMk/>
          <pc:sldMk cId="3076920147" sldId="356"/>
        </pc:sldMkLst>
        <pc:spChg chg="add mod">
          <ac:chgData name="MUHAMMAD IRFAN NABYL BIN MOHAMAD YAAKUB" userId="5f5f9c1a-70e9-4026-b845-667d53078a67" providerId="ADAL" clId="{FB0A4625-5635-42D2-81C4-3227F1CAD932}" dt="2025-10-27T15:20:28.095" v="3709"/>
          <ac:spMkLst>
            <pc:docMk/>
            <pc:sldMk cId="3076920147" sldId="356"/>
            <ac:spMk id="4" creationId="{223822CB-F305-66CA-357A-1BD845233EDF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3076920147" sldId="356"/>
            <ac:spMk id="110" creationId="{3B548001-CCD1-12A4-847B-3207BF49FCA7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3076920147" sldId="356"/>
            <ac:spMk id="111" creationId="{F1D89C44-C321-68CC-7F15-1600FDDE2884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3076920147" sldId="356"/>
            <ac:spMk id="112" creationId="{6E71CDA8-EDD9-F0C6-626E-C1AD0487B8E9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04.186" v="1677"/>
          <ac:picMkLst>
            <pc:docMk/>
            <pc:sldMk cId="3076920147" sldId="356"/>
            <ac:picMk id="2" creationId="{81C391E8-39B4-8C19-0720-1A28CB728E3F}"/>
          </ac:picMkLst>
        </pc:picChg>
      </pc:sldChg>
      <pc:sldChg chg="addSp modSp mod modTransition">
        <pc:chgData name="MUHAMMAD IRFAN NABYL BIN MOHAMAD YAAKUB" userId="5f5f9c1a-70e9-4026-b845-667d53078a67" providerId="ADAL" clId="{FB0A4625-5635-42D2-81C4-3227F1CAD932}" dt="2025-10-27T15:21:06.567" v="3751"/>
        <pc:sldMkLst>
          <pc:docMk/>
          <pc:sldMk cId="2980024854" sldId="357"/>
        </pc:sldMkLst>
        <pc:spChg chg="add mod">
          <ac:chgData name="MUHAMMAD IRFAN NABYL BIN MOHAMAD YAAKUB" userId="5f5f9c1a-70e9-4026-b845-667d53078a67" providerId="ADAL" clId="{FB0A4625-5635-42D2-81C4-3227F1CAD932}" dt="2025-10-27T15:20:28.957" v="3710"/>
          <ac:spMkLst>
            <pc:docMk/>
            <pc:sldMk cId="2980024854" sldId="357"/>
            <ac:spMk id="3" creationId="{F1380E06-F5E7-DA69-0595-17D49F64A176}"/>
          </ac:spMkLst>
        </pc:spChg>
        <pc:spChg chg="mod">
          <ac:chgData name="MUHAMMAD IRFAN NABYL BIN MOHAMAD YAAKUB" userId="5f5f9c1a-70e9-4026-b845-667d53078a67" providerId="ADAL" clId="{FB0A4625-5635-42D2-81C4-3227F1CAD932}" dt="2025-10-27T11:26:15.529" v="1071" actId="404"/>
          <ac:spMkLst>
            <pc:docMk/>
            <pc:sldMk cId="2980024854" sldId="357"/>
            <ac:spMk id="5" creationId="{25920AC0-9B7D-B281-C33F-B9F563EEDF87}"/>
          </ac:spMkLst>
        </pc:spChg>
        <pc:spChg chg="mod">
          <ac:chgData name="MUHAMMAD IRFAN NABYL BIN MOHAMAD YAAKUB" userId="5f5f9c1a-70e9-4026-b845-667d53078a67" providerId="ADAL" clId="{FB0A4625-5635-42D2-81C4-3227F1CAD932}" dt="2025-10-27T11:26:18.027" v="1072" actId="404"/>
          <ac:spMkLst>
            <pc:docMk/>
            <pc:sldMk cId="2980024854" sldId="357"/>
            <ac:spMk id="8" creationId="{0BDD7503-CF45-2BF7-EB54-700B3AB9F216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2980024854" sldId="357"/>
            <ac:spMk id="110" creationId="{D8F12A22-47A9-B9B6-71CA-27D0AC264B1D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2980024854" sldId="357"/>
            <ac:spMk id="112" creationId="{F0E585BC-D95B-A6D7-656C-E99C55321839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04.741" v="1678"/>
          <ac:picMkLst>
            <pc:docMk/>
            <pc:sldMk cId="2980024854" sldId="357"/>
            <ac:picMk id="2" creationId="{354B00A4-C195-BD72-5685-900911C9DFB7}"/>
          </ac:picMkLst>
        </pc:picChg>
      </pc:sldChg>
      <pc:sldChg chg="addSp modSp mod modTransition">
        <pc:chgData name="MUHAMMAD IRFAN NABYL BIN MOHAMAD YAAKUB" userId="5f5f9c1a-70e9-4026-b845-667d53078a67" providerId="ADAL" clId="{FB0A4625-5635-42D2-81C4-3227F1CAD932}" dt="2025-10-27T15:21:06.567" v="3751"/>
        <pc:sldMkLst>
          <pc:docMk/>
          <pc:sldMk cId="1868527971" sldId="358"/>
        </pc:sldMkLst>
        <pc:spChg chg="add mod">
          <ac:chgData name="MUHAMMAD IRFAN NABYL BIN MOHAMAD YAAKUB" userId="5f5f9c1a-70e9-4026-b845-667d53078a67" providerId="ADAL" clId="{FB0A4625-5635-42D2-81C4-3227F1CAD932}" dt="2025-10-27T15:20:29.573" v="3711"/>
          <ac:spMkLst>
            <pc:docMk/>
            <pc:sldMk cId="1868527971" sldId="358"/>
            <ac:spMk id="4" creationId="{90512CF5-D892-BB6F-D115-9CAB29A8A875}"/>
          </ac:spMkLst>
        </pc:spChg>
        <pc:spChg chg="mod">
          <ac:chgData name="MUHAMMAD IRFAN NABYL BIN MOHAMAD YAAKUB" userId="5f5f9c1a-70e9-4026-b845-667d53078a67" providerId="ADAL" clId="{FB0A4625-5635-42D2-81C4-3227F1CAD932}" dt="2025-10-27T11:26:28.298" v="1075" actId="404"/>
          <ac:spMkLst>
            <pc:docMk/>
            <pc:sldMk cId="1868527971" sldId="358"/>
            <ac:spMk id="5" creationId="{90E502B7-D051-CC92-5B78-095DF0F0BD42}"/>
          </ac:spMkLst>
        </pc:spChg>
        <pc:spChg chg="mod">
          <ac:chgData name="MUHAMMAD IRFAN NABYL BIN MOHAMAD YAAKUB" userId="5f5f9c1a-70e9-4026-b845-667d53078a67" providerId="ADAL" clId="{FB0A4625-5635-42D2-81C4-3227F1CAD932}" dt="2025-10-27T11:26:28.298" v="1075" actId="404"/>
          <ac:spMkLst>
            <pc:docMk/>
            <pc:sldMk cId="1868527971" sldId="358"/>
            <ac:spMk id="8" creationId="{2A6DCBCF-F0BC-728E-6E4A-173AF8EC418A}"/>
          </ac:spMkLst>
        </pc:spChg>
        <pc:spChg chg="mod">
          <ac:chgData name="MUHAMMAD IRFAN NABYL BIN MOHAMAD YAAKUB" userId="5f5f9c1a-70e9-4026-b845-667d53078a67" providerId="ADAL" clId="{FB0A4625-5635-42D2-81C4-3227F1CAD932}" dt="2025-10-27T10:58:01.505" v="611" actId="20577"/>
          <ac:spMkLst>
            <pc:docMk/>
            <pc:sldMk cId="1868527971" sldId="358"/>
            <ac:spMk id="110" creationId="{BFA00DC9-5920-75B5-85EB-492FAB86876F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1868527971" sldId="358"/>
            <ac:spMk id="112" creationId="{9AB07AB7-0FA6-1FA0-A252-743E27FB8644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05.076" v="1679"/>
          <ac:picMkLst>
            <pc:docMk/>
            <pc:sldMk cId="1868527971" sldId="358"/>
            <ac:picMk id="2" creationId="{7FA4B1D0-690D-C463-88AE-C58B31F844F2}"/>
          </ac:picMkLst>
        </pc:picChg>
        <pc:picChg chg="mod">
          <ac:chgData name="MUHAMMAD IRFAN NABYL BIN MOHAMAD YAAKUB" userId="5f5f9c1a-70e9-4026-b845-667d53078a67" providerId="ADAL" clId="{FB0A4625-5635-42D2-81C4-3227F1CAD932}" dt="2025-10-27T10:57:17.783" v="607" actId="1076"/>
          <ac:picMkLst>
            <pc:docMk/>
            <pc:sldMk cId="1868527971" sldId="358"/>
            <ac:picMk id="6" creationId="{846BE7C6-F240-2650-F09B-C2372789EEF5}"/>
          </ac:picMkLst>
        </pc:picChg>
      </pc:sldChg>
      <pc:sldChg chg="addSp delSp modSp mod modTransition">
        <pc:chgData name="MUHAMMAD IRFAN NABYL BIN MOHAMAD YAAKUB" userId="5f5f9c1a-70e9-4026-b845-667d53078a67" providerId="ADAL" clId="{FB0A4625-5635-42D2-81C4-3227F1CAD932}" dt="2025-10-27T15:21:06.567" v="3751"/>
        <pc:sldMkLst>
          <pc:docMk/>
          <pc:sldMk cId="3380586102" sldId="359"/>
        </pc:sldMkLst>
        <pc:spChg chg="mod">
          <ac:chgData name="MUHAMMAD IRFAN NABYL BIN MOHAMAD YAAKUB" userId="5f5f9c1a-70e9-4026-b845-667d53078a67" providerId="ADAL" clId="{FB0A4625-5635-42D2-81C4-3227F1CAD932}" dt="2025-10-27T11:26:34.581" v="1080" actId="403"/>
          <ac:spMkLst>
            <pc:docMk/>
            <pc:sldMk cId="3380586102" sldId="359"/>
            <ac:spMk id="5" creationId="{DB628466-03AB-72B3-DD30-6EB186DBA837}"/>
          </ac:spMkLst>
        </pc:spChg>
        <pc:spChg chg="add mod">
          <ac:chgData name="MUHAMMAD IRFAN NABYL BIN MOHAMAD YAAKUB" userId="5f5f9c1a-70e9-4026-b845-667d53078a67" providerId="ADAL" clId="{FB0A4625-5635-42D2-81C4-3227F1CAD932}" dt="2025-10-27T15:20:29.969" v="3712"/>
          <ac:spMkLst>
            <pc:docMk/>
            <pc:sldMk cId="3380586102" sldId="359"/>
            <ac:spMk id="6" creationId="{C68A9CDB-4EAD-5880-93F4-2F64E4C53C4B}"/>
          </ac:spMkLst>
        </pc:spChg>
        <pc:spChg chg="mod">
          <ac:chgData name="MUHAMMAD IRFAN NABYL BIN MOHAMAD YAAKUB" userId="5f5f9c1a-70e9-4026-b845-667d53078a67" providerId="ADAL" clId="{FB0A4625-5635-42D2-81C4-3227F1CAD932}" dt="2025-10-27T11:26:34.581" v="1080" actId="403"/>
          <ac:spMkLst>
            <pc:docMk/>
            <pc:sldMk cId="3380586102" sldId="359"/>
            <ac:spMk id="8" creationId="{3BAB41E9-D194-1D9B-87BE-4140B6B2689C}"/>
          </ac:spMkLst>
        </pc:spChg>
        <pc:spChg chg="mod">
          <ac:chgData name="MUHAMMAD IRFAN NABYL BIN MOHAMAD YAAKUB" userId="5f5f9c1a-70e9-4026-b845-667d53078a67" providerId="ADAL" clId="{FB0A4625-5635-42D2-81C4-3227F1CAD932}" dt="2025-10-27T10:57:59.700" v="610" actId="20577"/>
          <ac:spMkLst>
            <pc:docMk/>
            <pc:sldMk cId="3380586102" sldId="359"/>
            <ac:spMk id="110" creationId="{37C49047-7678-3718-D429-814BC5DD4CD3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3380586102" sldId="359"/>
            <ac:spMk id="112" creationId="{2931C7CD-CAF3-E7D5-022B-FB66FFB00D2E}"/>
          </ac:spMkLst>
        </pc:spChg>
        <pc:picChg chg="add mod">
          <ac:chgData name="MUHAMMAD IRFAN NABYL BIN MOHAMAD YAAKUB" userId="5f5f9c1a-70e9-4026-b845-667d53078a67" providerId="ADAL" clId="{FB0A4625-5635-42D2-81C4-3227F1CAD932}" dt="2025-10-27T10:48:20.865" v="595" actId="1076"/>
          <ac:picMkLst>
            <pc:docMk/>
            <pc:sldMk cId="3380586102" sldId="359"/>
            <ac:picMk id="2" creationId="{ECB129D3-CB8C-0EB0-B087-1C80DEC1FFA4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2:39:05.439" v="1680"/>
          <ac:picMkLst>
            <pc:docMk/>
            <pc:sldMk cId="3380586102" sldId="359"/>
            <ac:picMk id="3" creationId="{5741ADAD-719E-8F68-3129-A8F0FF5520B9}"/>
          </ac:picMkLst>
        </pc:picChg>
        <pc:picChg chg="del">
          <ac:chgData name="MUHAMMAD IRFAN NABYL BIN MOHAMAD YAAKUB" userId="5f5f9c1a-70e9-4026-b845-667d53078a67" providerId="ADAL" clId="{FB0A4625-5635-42D2-81C4-3227F1CAD932}" dt="2025-10-27T10:48:18.109" v="593" actId="478"/>
          <ac:picMkLst>
            <pc:docMk/>
            <pc:sldMk cId="3380586102" sldId="359"/>
            <ac:picMk id="6" creationId="{25F9B5B7-930B-96EB-6CF9-9B5BBB07F744}"/>
          </ac:picMkLst>
        </pc:picChg>
      </pc:sldChg>
      <pc:sldChg chg="addSp modSp mod modTransition">
        <pc:chgData name="MUHAMMAD IRFAN NABYL BIN MOHAMAD YAAKUB" userId="5f5f9c1a-70e9-4026-b845-667d53078a67" providerId="ADAL" clId="{FB0A4625-5635-42D2-81C4-3227F1CAD932}" dt="2025-10-27T15:21:06.567" v="3751"/>
        <pc:sldMkLst>
          <pc:docMk/>
          <pc:sldMk cId="1785418419" sldId="360"/>
        </pc:sldMkLst>
        <pc:spChg chg="add mod">
          <ac:chgData name="MUHAMMAD IRFAN NABYL BIN MOHAMAD YAAKUB" userId="5f5f9c1a-70e9-4026-b845-667d53078a67" providerId="ADAL" clId="{FB0A4625-5635-42D2-81C4-3227F1CAD932}" dt="2025-10-27T15:20:30.351" v="3713"/>
          <ac:spMkLst>
            <pc:docMk/>
            <pc:sldMk cId="1785418419" sldId="360"/>
            <ac:spMk id="3" creationId="{C62A734A-7B31-DD00-FD85-34309D21C685}"/>
          </ac:spMkLst>
        </pc:spChg>
        <pc:spChg chg="mod">
          <ac:chgData name="MUHAMMAD IRFAN NABYL BIN MOHAMAD YAAKUB" userId="5f5f9c1a-70e9-4026-b845-667d53078a67" providerId="ADAL" clId="{FB0A4625-5635-42D2-81C4-3227F1CAD932}" dt="2025-10-27T11:26:39.445" v="1083" actId="404"/>
          <ac:spMkLst>
            <pc:docMk/>
            <pc:sldMk cId="1785418419" sldId="360"/>
            <ac:spMk id="8" creationId="{E731EC40-716F-5FC4-59CF-89F89D71624E}"/>
          </ac:spMkLst>
        </pc:spChg>
        <pc:spChg chg="mod">
          <ac:chgData name="MUHAMMAD IRFAN NABYL BIN MOHAMAD YAAKUB" userId="5f5f9c1a-70e9-4026-b845-667d53078a67" providerId="ADAL" clId="{FB0A4625-5635-42D2-81C4-3227F1CAD932}" dt="2025-10-27T10:57:57.776" v="609" actId="20577"/>
          <ac:spMkLst>
            <pc:docMk/>
            <pc:sldMk cId="1785418419" sldId="360"/>
            <ac:spMk id="110" creationId="{73F4BEE7-4386-B835-C7CB-65FAA4C3133D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1785418419" sldId="360"/>
            <ac:spMk id="112" creationId="{0F7B46E0-545E-2824-6F6D-69270C31EEC0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06.033" v="1681"/>
          <ac:picMkLst>
            <pc:docMk/>
            <pc:sldMk cId="1785418419" sldId="360"/>
            <ac:picMk id="2" creationId="{24344278-28F3-BD57-4E48-03C63FD66532}"/>
          </ac:picMkLst>
        </pc:picChg>
      </pc:sldChg>
      <pc:sldChg chg="modSp del mod">
        <pc:chgData name="MUHAMMAD IRFAN NABYL BIN MOHAMAD YAAKUB" userId="5f5f9c1a-70e9-4026-b845-667d53078a67" providerId="ADAL" clId="{FB0A4625-5635-42D2-81C4-3227F1CAD932}" dt="2025-10-27T10:57:55.625" v="608" actId="47"/>
        <pc:sldMkLst>
          <pc:docMk/>
          <pc:sldMk cId="3927609333" sldId="361"/>
        </pc:sldMkLst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3927609333" sldId="361"/>
            <ac:spMk id="8" creationId="{B2A15669-F9E8-A44E-9590-19A85B010C92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3927609333" sldId="361"/>
            <ac:spMk id="110" creationId="{CA494702-0A99-B08B-8AD1-0181E51493E0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3927609333" sldId="361"/>
            <ac:spMk id="112" creationId="{8CCE0092-3969-761A-490B-D7949475C79F}"/>
          </ac:spMkLst>
        </pc:spChg>
      </pc:sldChg>
      <pc:sldChg chg="addSp modSp mod modTransition">
        <pc:chgData name="MUHAMMAD IRFAN NABYL BIN MOHAMAD YAAKUB" userId="5f5f9c1a-70e9-4026-b845-667d53078a67" providerId="ADAL" clId="{FB0A4625-5635-42D2-81C4-3227F1CAD932}" dt="2025-10-27T15:21:06.567" v="3751"/>
        <pc:sldMkLst>
          <pc:docMk/>
          <pc:sldMk cId="797044186" sldId="362"/>
        </pc:sldMkLst>
        <pc:spChg chg="add mod">
          <ac:chgData name="MUHAMMAD IRFAN NABYL BIN MOHAMAD YAAKUB" userId="5f5f9c1a-70e9-4026-b845-667d53078a67" providerId="ADAL" clId="{FB0A4625-5635-42D2-81C4-3227F1CAD932}" dt="2025-10-27T15:20:32.722" v="3716"/>
          <ac:spMkLst>
            <pc:docMk/>
            <pc:sldMk cId="797044186" sldId="362"/>
            <ac:spMk id="4" creationId="{46B7AA8D-D3AC-8C36-C837-E28C6492B420}"/>
          </ac:spMkLst>
        </pc:spChg>
        <pc:spChg chg="mod">
          <ac:chgData name="MUHAMMAD IRFAN NABYL BIN MOHAMAD YAAKUB" userId="5f5f9c1a-70e9-4026-b845-667d53078a67" providerId="ADAL" clId="{FB0A4625-5635-42D2-81C4-3227F1CAD932}" dt="2025-10-27T11:26:53.929" v="1092" actId="404"/>
          <ac:spMkLst>
            <pc:docMk/>
            <pc:sldMk cId="797044186" sldId="362"/>
            <ac:spMk id="8" creationId="{D76677BE-12F8-43F3-B25F-83439F8E10D1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797044186" sldId="362"/>
            <ac:spMk id="110" creationId="{E6E9932D-14D5-908E-C09A-244D1657FF04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797044186" sldId="362"/>
            <ac:spMk id="112" creationId="{1AC6D27B-2705-1DE9-48CE-A9341BB6DF34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06.991" v="1684"/>
          <ac:picMkLst>
            <pc:docMk/>
            <pc:sldMk cId="797044186" sldId="362"/>
            <ac:picMk id="2" creationId="{7D5AC83D-3D56-9C3C-9DD1-AFBB37445E81}"/>
          </ac:picMkLst>
        </pc:picChg>
      </pc:sldChg>
      <pc:sldChg chg="addSp delSp modSp mod modTransition">
        <pc:chgData name="MUHAMMAD IRFAN NABYL BIN MOHAMAD YAAKUB" userId="5f5f9c1a-70e9-4026-b845-667d53078a67" providerId="ADAL" clId="{FB0A4625-5635-42D2-81C4-3227F1CAD932}" dt="2025-10-27T15:21:06.567" v="3751"/>
        <pc:sldMkLst>
          <pc:docMk/>
          <pc:sldMk cId="968769182" sldId="363"/>
        </pc:sldMkLst>
        <pc:spChg chg="add mod">
          <ac:chgData name="MUHAMMAD IRFAN NABYL BIN MOHAMAD YAAKUB" userId="5f5f9c1a-70e9-4026-b845-667d53078a67" providerId="ADAL" clId="{FB0A4625-5635-42D2-81C4-3227F1CAD932}" dt="2025-10-27T15:20:30.845" v="3714"/>
          <ac:spMkLst>
            <pc:docMk/>
            <pc:sldMk cId="968769182" sldId="363"/>
            <ac:spMk id="2" creationId="{8BA9DC62-C2D4-6E77-4C4E-BA439EF5EA48}"/>
          </ac:spMkLst>
        </pc:spChg>
        <pc:spChg chg="mod">
          <ac:chgData name="MUHAMMAD IRFAN NABYL BIN MOHAMAD YAAKUB" userId="5f5f9c1a-70e9-4026-b845-667d53078a67" providerId="ADAL" clId="{FB0A4625-5635-42D2-81C4-3227F1CAD932}" dt="2025-10-27T11:26:47.152" v="1086" actId="404"/>
          <ac:spMkLst>
            <pc:docMk/>
            <pc:sldMk cId="968769182" sldId="363"/>
            <ac:spMk id="8" creationId="{620EAD16-5E1F-7D15-D04B-193D0D79C287}"/>
          </ac:spMkLst>
        </pc:spChg>
        <pc:spChg chg="mod">
          <ac:chgData name="MUHAMMAD IRFAN NABYL BIN MOHAMAD YAAKUB" userId="5f5f9c1a-70e9-4026-b845-667d53078a67" providerId="ADAL" clId="{FB0A4625-5635-42D2-81C4-3227F1CAD932}" dt="2025-10-27T10:41:37.407" v="569" actId="20577"/>
          <ac:spMkLst>
            <pc:docMk/>
            <pc:sldMk cId="968769182" sldId="363"/>
            <ac:spMk id="110" creationId="{A8BF35CB-4A68-3CDB-771D-F6D509663923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968769182" sldId="363"/>
            <ac:spMk id="112" creationId="{3789B323-DC70-E16B-7BDA-462B17B4B7C3}"/>
          </ac:spMkLst>
        </pc:spChg>
        <pc:picChg chg="del">
          <ac:chgData name="MUHAMMAD IRFAN NABYL BIN MOHAMAD YAAKUB" userId="5f5f9c1a-70e9-4026-b845-667d53078a67" providerId="ADAL" clId="{FB0A4625-5635-42D2-81C4-3227F1CAD932}" dt="2025-10-27T10:55:29.246" v="604" actId="478"/>
          <ac:picMkLst>
            <pc:docMk/>
            <pc:sldMk cId="968769182" sldId="363"/>
            <ac:picMk id="3" creationId="{7D9A3CAA-564F-FF34-11EA-D88231B9E57A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0:55:30.354" v="605" actId="1076"/>
          <ac:picMkLst>
            <pc:docMk/>
            <pc:sldMk cId="968769182" sldId="363"/>
            <ac:picMk id="4" creationId="{7A275FED-2291-1364-8439-4620CEC19E3D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2:39:06.376" v="1682"/>
          <ac:picMkLst>
            <pc:docMk/>
            <pc:sldMk cId="968769182" sldId="363"/>
            <ac:picMk id="5" creationId="{BFDB6EB9-28A0-85B2-4740-11FA4A91A49F}"/>
          </ac:picMkLst>
        </pc:picChg>
      </pc:sldChg>
      <pc:sldChg chg="addSp modSp mod modTransition">
        <pc:chgData name="MUHAMMAD IRFAN NABYL BIN MOHAMAD YAAKUB" userId="5f5f9c1a-70e9-4026-b845-667d53078a67" providerId="ADAL" clId="{FB0A4625-5635-42D2-81C4-3227F1CAD932}" dt="2025-10-27T15:21:06.567" v="3751"/>
        <pc:sldMkLst>
          <pc:docMk/>
          <pc:sldMk cId="1141409502" sldId="365"/>
        </pc:sldMkLst>
        <pc:spChg chg="add mod">
          <ac:chgData name="MUHAMMAD IRFAN NABYL BIN MOHAMAD YAAKUB" userId="5f5f9c1a-70e9-4026-b845-667d53078a67" providerId="ADAL" clId="{FB0A4625-5635-42D2-81C4-3227F1CAD932}" dt="2025-10-27T15:20:33.069" v="3717"/>
          <ac:spMkLst>
            <pc:docMk/>
            <pc:sldMk cId="1141409502" sldId="365"/>
            <ac:spMk id="3" creationId="{AB0105C0-1E67-4A3F-2461-B2F1B3425FF7}"/>
          </ac:spMkLst>
        </pc:spChg>
        <pc:spChg chg="mod">
          <ac:chgData name="MUHAMMAD IRFAN NABYL BIN MOHAMAD YAAKUB" userId="5f5f9c1a-70e9-4026-b845-667d53078a67" providerId="ADAL" clId="{FB0A4625-5635-42D2-81C4-3227F1CAD932}" dt="2025-10-27T11:00:39.705" v="612" actId="20577"/>
          <ac:spMkLst>
            <pc:docMk/>
            <pc:sldMk cId="1141409502" sldId="365"/>
            <ac:spMk id="6" creationId="{7D809CFF-4B02-F5C8-7B88-D213B6342109}"/>
          </ac:spMkLst>
        </pc:spChg>
        <pc:spChg chg="mod">
          <ac:chgData name="MUHAMMAD IRFAN NABYL BIN MOHAMAD YAAKUB" userId="5f5f9c1a-70e9-4026-b845-667d53078a67" providerId="ADAL" clId="{FB0A4625-5635-42D2-81C4-3227F1CAD932}" dt="2025-10-27T11:26:57.300" v="1095" actId="404"/>
          <ac:spMkLst>
            <pc:docMk/>
            <pc:sldMk cId="1141409502" sldId="365"/>
            <ac:spMk id="8" creationId="{6A51E02C-6D81-6205-933E-5A53B0EF1FDF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1141409502" sldId="365"/>
            <ac:spMk id="110" creationId="{2DF7FC25-B1CF-53A1-6A8D-74281A7B994B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1141409502" sldId="365"/>
            <ac:spMk id="112" creationId="{7088A7D5-D1B4-575D-CB23-814F6438CDE8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08.970" v="1685"/>
          <ac:picMkLst>
            <pc:docMk/>
            <pc:sldMk cId="1141409502" sldId="365"/>
            <ac:picMk id="2" creationId="{638B3F5C-1CF1-BD3D-32FF-C6E6041C6F62}"/>
          </ac:picMkLst>
        </pc:picChg>
      </pc:sldChg>
      <pc:sldChg chg="addSp modSp mod modTransition">
        <pc:chgData name="MUHAMMAD IRFAN NABYL BIN MOHAMAD YAAKUB" userId="5f5f9c1a-70e9-4026-b845-667d53078a67" providerId="ADAL" clId="{FB0A4625-5635-42D2-81C4-3227F1CAD932}" dt="2025-10-27T15:21:06.567" v="3751"/>
        <pc:sldMkLst>
          <pc:docMk/>
          <pc:sldMk cId="1841391453" sldId="366"/>
        </pc:sldMkLst>
        <pc:spChg chg="add mod">
          <ac:chgData name="MUHAMMAD IRFAN NABYL BIN MOHAMAD YAAKUB" userId="5f5f9c1a-70e9-4026-b845-667d53078a67" providerId="ADAL" clId="{FB0A4625-5635-42D2-81C4-3227F1CAD932}" dt="2025-10-27T15:20:36.469" v="3719"/>
          <ac:spMkLst>
            <pc:docMk/>
            <pc:sldMk cId="1841391453" sldId="366"/>
            <ac:spMk id="3" creationId="{E10C8C09-CB51-8FA1-6EEB-9014F2B4C2A8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1841391453" sldId="366"/>
            <ac:spMk id="6" creationId="{78B5286F-BF88-530D-6C9F-B3C46E24BC66}"/>
          </ac:spMkLst>
        </pc:spChg>
        <pc:spChg chg="mod">
          <ac:chgData name="MUHAMMAD IRFAN NABYL BIN MOHAMAD YAAKUB" userId="5f5f9c1a-70e9-4026-b845-667d53078a67" providerId="ADAL" clId="{FB0A4625-5635-42D2-81C4-3227F1CAD932}" dt="2025-10-27T11:27:03.673" v="1098" actId="404"/>
          <ac:spMkLst>
            <pc:docMk/>
            <pc:sldMk cId="1841391453" sldId="366"/>
            <ac:spMk id="8" creationId="{7B3E1635-38F7-0062-7331-F724CD76459F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1841391453" sldId="366"/>
            <ac:spMk id="110" creationId="{16283A97-38D4-05B1-FDD5-9FC2844916C2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1841391453" sldId="366"/>
            <ac:spMk id="112" creationId="{614E8E5F-9A75-D2E3-A37D-A4BE1A893ABD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09.296" v="1686"/>
          <ac:picMkLst>
            <pc:docMk/>
            <pc:sldMk cId="1841391453" sldId="366"/>
            <ac:picMk id="2" creationId="{4B78990D-7DD6-0F86-26F9-79D850357CF7}"/>
          </ac:picMkLst>
        </pc:picChg>
      </pc:sldChg>
      <pc:sldChg chg="addSp modSp mod modTransition">
        <pc:chgData name="MUHAMMAD IRFAN NABYL BIN MOHAMAD YAAKUB" userId="5f5f9c1a-70e9-4026-b845-667d53078a67" providerId="ADAL" clId="{FB0A4625-5635-42D2-81C4-3227F1CAD932}" dt="2025-10-27T15:21:06.567" v="3751"/>
        <pc:sldMkLst>
          <pc:docMk/>
          <pc:sldMk cId="4114433464" sldId="367"/>
        </pc:sldMkLst>
        <pc:spChg chg="add mod">
          <ac:chgData name="MUHAMMAD IRFAN NABYL BIN MOHAMAD YAAKUB" userId="5f5f9c1a-70e9-4026-b845-667d53078a67" providerId="ADAL" clId="{FB0A4625-5635-42D2-81C4-3227F1CAD932}" dt="2025-10-27T15:20:36.856" v="3720"/>
          <ac:spMkLst>
            <pc:docMk/>
            <pc:sldMk cId="4114433464" sldId="367"/>
            <ac:spMk id="4" creationId="{65DA2F34-3037-BAE0-6CAF-9DBEE6505DD1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4114433464" sldId="367"/>
            <ac:spMk id="6" creationId="{67A451FC-5598-3F19-9D1A-F688F7E5B9DB}"/>
          </ac:spMkLst>
        </pc:spChg>
        <pc:spChg chg="mod">
          <ac:chgData name="MUHAMMAD IRFAN NABYL BIN MOHAMAD YAAKUB" userId="5f5f9c1a-70e9-4026-b845-667d53078a67" providerId="ADAL" clId="{FB0A4625-5635-42D2-81C4-3227F1CAD932}" dt="2025-10-27T11:27:09.729" v="1101" actId="404"/>
          <ac:spMkLst>
            <pc:docMk/>
            <pc:sldMk cId="4114433464" sldId="367"/>
            <ac:spMk id="8" creationId="{41A7B7EF-2127-210C-1522-905DF3EFC7E0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4114433464" sldId="367"/>
            <ac:spMk id="110" creationId="{103018D0-CD63-D00C-B7B9-416EBD19DBDE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4114433464" sldId="367"/>
            <ac:spMk id="112" creationId="{4CEDF709-3A5E-97EB-35A8-BD15BCED4896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09.599" v="1687"/>
          <ac:picMkLst>
            <pc:docMk/>
            <pc:sldMk cId="4114433464" sldId="367"/>
            <ac:picMk id="2" creationId="{D9E4FD84-3063-6E27-0132-693898488411}"/>
          </ac:picMkLst>
        </pc:picChg>
      </pc:sldChg>
      <pc:sldChg chg="addSp modSp mod modTransition">
        <pc:chgData name="MUHAMMAD IRFAN NABYL BIN MOHAMAD YAAKUB" userId="5f5f9c1a-70e9-4026-b845-667d53078a67" providerId="ADAL" clId="{FB0A4625-5635-42D2-81C4-3227F1CAD932}" dt="2025-10-27T15:21:06.567" v="3751"/>
        <pc:sldMkLst>
          <pc:docMk/>
          <pc:sldMk cId="3994069135" sldId="368"/>
        </pc:sldMkLst>
        <pc:spChg chg="add mod">
          <ac:chgData name="MUHAMMAD IRFAN NABYL BIN MOHAMAD YAAKUB" userId="5f5f9c1a-70e9-4026-b845-667d53078a67" providerId="ADAL" clId="{FB0A4625-5635-42D2-81C4-3227F1CAD932}" dt="2025-10-27T15:20:34.791" v="3718"/>
          <ac:spMkLst>
            <pc:docMk/>
            <pc:sldMk cId="3994069135" sldId="368"/>
            <ac:spMk id="3" creationId="{AB96D09E-EBE8-D758-DA48-039FAB6B5201}"/>
          </ac:spMkLst>
        </pc:spChg>
        <pc:spChg chg="add mod">
          <ac:chgData name="MUHAMMAD IRFAN NABYL BIN MOHAMAD YAAKUB" userId="5f5f9c1a-70e9-4026-b845-667d53078a67" providerId="ADAL" clId="{FB0A4625-5635-42D2-81C4-3227F1CAD932}" dt="2025-10-27T15:20:38.065" v="3721"/>
          <ac:spMkLst>
            <pc:docMk/>
            <pc:sldMk cId="3994069135" sldId="368"/>
            <ac:spMk id="4" creationId="{D7409CFE-52CD-3690-E8D0-0D122C50F383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3994069135" sldId="368"/>
            <ac:spMk id="110" creationId="{4AB2DF16-DB6E-9BA0-37DD-24EA65DD8F5C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3994069135" sldId="368"/>
            <ac:spMk id="111" creationId="{0D6366EE-7EE0-78B6-FEA6-F933400DA908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3994069135" sldId="368"/>
            <ac:spMk id="112" creationId="{44176B60-669F-2F30-8CDF-F584AAB718DA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10.062" v="1688"/>
          <ac:picMkLst>
            <pc:docMk/>
            <pc:sldMk cId="3994069135" sldId="368"/>
            <ac:picMk id="2" creationId="{B63AD10F-F800-47CB-4292-6AAB45FF9E78}"/>
          </ac:picMkLst>
        </pc:picChg>
      </pc:sldChg>
      <pc:sldChg chg="addSp modSp mod modTransition">
        <pc:chgData name="MUHAMMAD IRFAN NABYL BIN MOHAMAD YAAKUB" userId="5f5f9c1a-70e9-4026-b845-667d53078a67" providerId="ADAL" clId="{FB0A4625-5635-42D2-81C4-3227F1CAD932}" dt="2025-10-27T15:21:06.567" v="3751"/>
        <pc:sldMkLst>
          <pc:docMk/>
          <pc:sldMk cId="2499574011" sldId="369"/>
        </pc:sldMkLst>
        <pc:spChg chg="add mod">
          <ac:chgData name="MUHAMMAD IRFAN NABYL BIN MOHAMAD YAAKUB" userId="5f5f9c1a-70e9-4026-b845-667d53078a67" providerId="ADAL" clId="{FB0A4625-5635-42D2-81C4-3227F1CAD932}" dt="2025-10-27T15:20:39.847" v="3722"/>
          <ac:spMkLst>
            <pc:docMk/>
            <pc:sldMk cId="2499574011" sldId="369"/>
            <ac:spMk id="4" creationId="{D0459EA1-9AF3-CE52-8233-30C4B11E6FE0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2499574011" sldId="369"/>
            <ac:spMk id="110" creationId="{62A36E09-4338-8E97-1A77-2A697B914C22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2499574011" sldId="369"/>
            <ac:spMk id="111" creationId="{7408A937-6242-6222-BF9E-A0F7870C95AE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2499574011" sldId="369"/>
            <ac:spMk id="112" creationId="{C99C3ABA-9A29-E0AD-51E8-A9779680B719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10.380" v="1689"/>
          <ac:picMkLst>
            <pc:docMk/>
            <pc:sldMk cId="2499574011" sldId="369"/>
            <ac:picMk id="3" creationId="{30E53D60-3743-628B-813E-7662756C2E98}"/>
          </ac:picMkLst>
        </pc:picChg>
      </pc:sldChg>
      <pc:sldChg chg="addSp modSp mod modTransition">
        <pc:chgData name="MUHAMMAD IRFAN NABYL BIN MOHAMAD YAAKUB" userId="5f5f9c1a-70e9-4026-b845-667d53078a67" providerId="ADAL" clId="{FB0A4625-5635-42D2-81C4-3227F1CAD932}" dt="2025-10-27T15:21:06.567" v="3751"/>
        <pc:sldMkLst>
          <pc:docMk/>
          <pc:sldMk cId="3741566476" sldId="370"/>
        </pc:sldMkLst>
        <pc:spChg chg="add mod">
          <ac:chgData name="MUHAMMAD IRFAN NABYL BIN MOHAMAD YAAKUB" userId="5f5f9c1a-70e9-4026-b845-667d53078a67" providerId="ADAL" clId="{FB0A4625-5635-42D2-81C4-3227F1CAD932}" dt="2025-10-27T15:20:40.247" v="3723"/>
          <ac:spMkLst>
            <pc:docMk/>
            <pc:sldMk cId="3741566476" sldId="370"/>
            <ac:spMk id="3" creationId="{554AFEE9-AC04-2C56-99EB-62F9C9AE9E62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3741566476" sldId="370"/>
            <ac:spMk id="110" creationId="{3A06874B-307D-6CD3-0F60-AE716BDFFC93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3741566476" sldId="370"/>
            <ac:spMk id="111" creationId="{2F99EB32-E459-6117-54E6-60F1DF2D6DD9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3741566476" sldId="370"/>
            <ac:spMk id="112" creationId="{6E2F6DC1-6C52-89DE-1386-B0EEB2745E7D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10.806" v="1690"/>
          <ac:picMkLst>
            <pc:docMk/>
            <pc:sldMk cId="3741566476" sldId="370"/>
            <ac:picMk id="2" creationId="{4F5C33B4-8DA3-BBD0-459A-C72B1CDAEE80}"/>
          </ac:picMkLst>
        </pc:picChg>
      </pc:sldChg>
      <pc:sldChg chg="addSp delSp modSp mod modTransition chgLayout">
        <pc:chgData name="MUHAMMAD IRFAN NABYL BIN MOHAMAD YAAKUB" userId="5f5f9c1a-70e9-4026-b845-667d53078a67" providerId="ADAL" clId="{FB0A4625-5635-42D2-81C4-3227F1CAD932}" dt="2025-10-27T15:22:36.794" v="3754"/>
        <pc:sldMkLst>
          <pc:docMk/>
          <pc:sldMk cId="198941749" sldId="371"/>
        </pc:sldMkLst>
        <pc:spChg chg="add del mod">
          <ac:chgData name="MUHAMMAD IRFAN NABYL BIN MOHAMAD YAAKUB" userId="5f5f9c1a-70e9-4026-b845-667d53078a67" providerId="ADAL" clId="{FB0A4625-5635-42D2-81C4-3227F1CAD932}" dt="2025-10-27T11:18:56.758" v="758" actId="478"/>
          <ac:spMkLst>
            <pc:docMk/>
            <pc:sldMk cId="198941749" sldId="371"/>
            <ac:spMk id="2" creationId="{40E687B3-DD65-F788-9A62-F59EAC332C13}"/>
          </ac:spMkLst>
        </pc:spChg>
        <pc:spChg chg="add mod">
          <ac:chgData name="MUHAMMAD IRFAN NABYL BIN MOHAMAD YAAKUB" userId="5f5f9c1a-70e9-4026-b845-667d53078a67" providerId="ADAL" clId="{FB0A4625-5635-42D2-81C4-3227F1CAD932}" dt="2025-10-27T15:20:41.214" v="3724"/>
          <ac:spMkLst>
            <pc:docMk/>
            <pc:sldMk cId="198941749" sldId="371"/>
            <ac:spMk id="2" creationId="{A74C9B4D-3CF1-DED4-AD3C-0EBA5D3AC775}"/>
          </ac:spMkLst>
        </pc:spChg>
        <pc:spChg chg="add del mod ord">
          <ac:chgData name="MUHAMMAD IRFAN NABYL BIN MOHAMAD YAAKUB" userId="5f5f9c1a-70e9-4026-b845-667d53078a67" providerId="ADAL" clId="{FB0A4625-5635-42D2-81C4-3227F1CAD932}" dt="2025-10-27T11:18:53.923" v="755" actId="700"/>
          <ac:spMkLst>
            <pc:docMk/>
            <pc:sldMk cId="198941749" sldId="371"/>
            <ac:spMk id="3" creationId="{E3C66AC3-4158-EEE6-DF60-1B6889646250}"/>
          </ac:spMkLst>
        </pc:spChg>
        <pc:spChg chg="add mod">
          <ac:chgData name="MUHAMMAD IRFAN NABYL BIN MOHAMAD YAAKUB" userId="5f5f9c1a-70e9-4026-b845-667d53078a67" providerId="ADAL" clId="{FB0A4625-5635-42D2-81C4-3227F1CAD932}" dt="2025-10-27T11:27:43.350" v="1111" actId="1076"/>
          <ac:spMkLst>
            <pc:docMk/>
            <pc:sldMk cId="198941749" sldId="371"/>
            <ac:spMk id="4" creationId="{78DAC7EB-9D3E-67ED-18A3-A342C71F58C4}"/>
          </ac:spMkLst>
        </pc:spChg>
        <pc:spChg chg="add mod">
          <ac:chgData name="MUHAMMAD IRFAN NABYL BIN MOHAMAD YAAKUB" userId="5f5f9c1a-70e9-4026-b845-667d53078a67" providerId="ADAL" clId="{FB0A4625-5635-42D2-81C4-3227F1CAD932}" dt="2025-10-27T11:19:12.377" v="765" actId="571"/>
          <ac:spMkLst>
            <pc:docMk/>
            <pc:sldMk cId="198941749" sldId="371"/>
            <ac:spMk id="5" creationId="{3D0B4046-69B9-7C4D-273C-3F6282CFFA73}"/>
          </ac:spMkLst>
        </pc:spChg>
        <pc:spChg chg="add mod">
          <ac:chgData name="MUHAMMAD IRFAN NABYL BIN MOHAMAD YAAKUB" userId="5f5f9c1a-70e9-4026-b845-667d53078a67" providerId="ADAL" clId="{FB0A4625-5635-42D2-81C4-3227F1CAD932}" dt="2025-10-27T11:27:22.628" v="1105" actId="6549"/>
          <ac:spMkLst>
            <pc:docMk/>
            <pc:sldMk cId="198941749" sldId="371"/>
            <ac:spMk id="6" creationId="{B4732203-920E-E01D-7799-5FA1D7BD1EEC}"/>
          </ac:spMkLst>
        </pc:spChg>
        <pc:spChg chg="add mod">
          <ac:chgData name="MUHAMMAD IRFAN NABYL BIN MOHAMAD YAAKUB" userId="5f5f9c1a-70e9-4026-b845-667d53078a67" providerId="ADAL" clId="{FB0A4625-5635-42D2-81C4-3227F1CAD932}" dt="2025-10-27T11:27:24.452" v="1107" actId="6549"/>
          <ac:spMkLst>
            <pc:docMk/>
            <pc:sldMk cId="198941749" sldId="371"/>
            <ac:spMk id="7" creationId="{3A997283-BF49-3B85-A7F2-9AF54B11C13E}"/>
          </ac:spMkLst>
        </pc:spChg>
        <pc:spChg chg="add del mod">
          <ac:chgData name="MUHAMMAD IRFAN NABYL BIN MOHAMAD YAAKUB" userId="5f5f9c1a-70e9-4026-b845-667d53078a67" providerId="ADAL" clId="{FB0A4625-5635-42D2-81C4-3227F1CAD932}" dt="2025-10-27T15:22:21.152" v="3752"/>
          <ac:spMkLst>
            <pc:docMk/>
            <pc:sldMk cId="198941749" sldId="371"/>
            <ac:spMk id="8" creationId="{E025C083-4536-6ED4-6843-662343E7D1E4}"/>
          </ac:spMkLst>
        </pc:spChg>
        <pc:spChg chg="add mod">
          <ac:chgData name="MUHAMMAD IRFAN NABYL BIN MOHAMAD YAAKUB" userId="5f5f9c1a-70e9-4026-b845-667d53078a67" providerId="ADAL" clId="{FB0A4625-5635-42D2-81C4-3227F1CAD932}" dt="2025-10-27T15:22:29.663" v="3753"/>
          <ac:spMkLst>
            <pc:docMk/>
            <pc:sldMk cId="198941749" sldId="371"/>
            <ac:spMk id="9" creationId="{CD78D58A-ABC1-6534-7C35-2328B5CC7776}"/>
          </ac:spMkLst>
        </pc:spChg>
        <pc:spChg chg="add mod">
          <ac:chgData name="MUHAMMAD IRFAN NABYL BIN MOHAMAD YAAKUB" userId="5f5f9c1a-70e9-4026-b845-667d53078a67" providerId="ADAL" clId="{FB0A4625-5635-42D2-81C4-3227F1CAD932}" dt="2025-10-27T15:22:36.794" v="3754"/>
          <ac:spMkLst>
            <pc:docMk/>
            <pc:sldMk cId="198941749" sldId="371"/>
            <ac:spMk id="10" creationId="{B64B3581-4C9B-C6A6-A33C-8779CEA7653E}"/>
          </ac:spMkLst>
        </pc:spChg>
        <pc:spChg chg="add del mod">
          <ac:chgData name="MUHAMMAD IRFAN NABYL BIN MOHAMAD YAAKUB" userId="5f5f9c1a-70e9-4026-b845-667d53078a67" providerId="ADAL" clId="{FB0A4625-5635-42D2-81C4-3227F1CAD932}" dt="2025-10-27T11:24:28.096" v="1006" actId="478"/>
          <ac:spMkLst>
            <pc:docMk/>
            <pc:sldMk cId="198941749" sldId="371"/>
            <ac:spMk id="11" creationId="{9B1166C8-0320-3418-7B0D-9C49F06F5446}"/>
          </ac:spMkLst>
        </pc:spChg>
        <pc:spChg chg="add mod">
          <ac:chgData name="MUHAMMAD IRFAN NABYL BIN MOHAMAD YAAKUB" userId="5f5f9c1a-70e9-4026-b845-667d53078a67" providerId="ADAL" clId="{FB0A4625-5635-42D2-81C4-3227F1CAD932}" dt="2025-10-27T11:27:45.710" v="1113" actId="571"/>
          <ac:spMkLst>
            <pc:docMk/>
            <pc:sldMk cId="198941749" sldId="371"/>
            <ac:spMk id="12" creationId="{7AF9FF9A-5EF5-EB87-1DC9-944FA6A5DCB4}"/>
          </ac:spMkLst>
        </pc:spChg>
        <pc:spChg chg="mod ord">
          <ac:chgData name="MUHAMMAD IRFAN NABYL BIN MOHAMAD YAAKUB" userId="5f5f9c1a-70e9-4026-b845-667d53078a67" providerId="ADAL" clId="{FB0A4625-5635-42D2-81C4-3227F1CAD932}" dt="2025-10-27T11:40:39.500" v="1135" actId="20577"/>
          <ac:spMkLst>
            <pc:docMk/>
            <pc:sldMk cId="198941749" sldId="371"/>
            <ac:spMk id="110" creationId="{C81E64F8-A9B9-8519-3766-7BAEDA8A3B66}"/>
          </ac:spMkLst>
        </pc:spChg>
        <pc:spChg chg="mod ord">
          <ac:chgData name="MUHAMMAD IRFAN NABYL BIN MOHAMAD YAAKUB" userId="5f5f9c1a-70e9-4026-b845-667d53078a67" providerId="ADAL" clId="{FB0A4625-5635-42D2-81C4-3227F1CAD932}" dt="2025-10-27T11:18:53.923" v="755" actId="700"/>
          <ac:spMkLst>
            <pc:docMk/>
            <pc:sldMk cId="198941749" sldId="371"/>
            <ac:spMk id="112" creationId="{E766D9DE-6122-5511-D43F-F4D54D4222BE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11.175" v="1691"/>
          <ac:picMkLst>
            <pc:docMk/>
            <pc:sldMk cId="198941749" sldId="371"/>
            <ac:picMk id="13" creationId="{DBDBFF86-3941-2B8E-FFEC-BFDED1218998}"/>
          </ac:picMkLst>
        </pc:picChg>
      </pc:sldChg>
      <pc:sldChg chg="addSp modSp mod modTransition">
        <pc:chgData name="MUHAMMAD IRFAN NABYL BIN MOHAMAD YAAKUB" userId="5f5f9c1a-70e9-4026-b845-667d53078a67" providerId="ADAL" clId="{FB0A4625-5635-42D2-81C4-3227F1CAD932}" dt="2025-10-27T15:21:06.567" v="3751"/>
        <pc:sldMkLst>
          <pc:docMk/>
          <pc:sldMk cId="414364000" sldId="372"/>
        </pc:sldMkLst>
        <pc:spChg chg="add mod">
          <ac:chgData name="MUHAMMAD IRFAN NABYL BIN MOHAMAD YAAKUB" userId="5f5f9c1a-70e9-4026-b845-667d53078a67" providerId="ADAL" clId="{FB0A4625-5635-42D2-81C4-3227F1CAD932}" dt="2025-10-27T15:20:43.062" v="3727"/>
          <ac:spMkLst>
            <pc:docMk/>
            <pc:sldMk cId="414364000" sldId="372"/>
            <ac:spMk id="3" creationId="{267B5FE9-D096-9081-C1D1-A5517EB87CA1}"/>
          </ac:spMkLst>
        </pc:spChg>
        <pc:spChg chg="mod">
          <ac:chgData name="MUHAMMAD IRFAN NABYL BIN MOHAMAD YAAKUB" userId="5f5f9c1a-70e9-4026-b845-667d53078a67" providerId="ADAL" clId="{FB0A4625-5635-42D2-81C4-3227F1CAD932}" dt="2025-10-27T11:56:16.588" v="1235" actId="404"/>
          <ac:spMkLst>
            <pc:docMk/>
            <pc:sldMk cId="414364000" sldId="372"/>
            <ac:spMk id="8" creationId="{216486E4-A5BC-154F-43F6-4B4F02161D7D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414364000" sldId="372"/>
            <ac:spMk id="110" creationId="{A74E70C3-8777-00DA-FFB1-268F2823AD02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414364000" sldId="372"/>
            <ac:spMk id="112" creationId="{751FD2D0-0452-7864-386A-A8D3081E65D0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13.268" v="1694"/>
          <ac:picMkLst>
            <pc:docMk/>
            <pc:sldMk cId="414364000" sldId="372"/>
            <ac:picMk id="2" creationId="{64D9F5B2-A98D-5DF0-7817-C15D00ABC685}"/>
          </ac:picMkLst>
        </pc:picChg>
      </pc:sldChg>
      <pc:sldChg chg="addSp modSp mod modTransition">
        <pc:chgData name="MUHAMMAD IRFAN NABYL BIN MOHAMAD YAAKUB" userId="5f5f9c1a-70e9-4026-b845-667d53078a67" providerId="ADAL" clId="{FB0A4625-5635-42D2-81C4-3227F1CAD932}" dt="2025-10-27T15:21:06.567" v="3751"/>
        <pc:sldMkLst>
          <pc:docMk/>
          <pc:sldMk cId="2707319166" sldId="373"/>
        </pc:sldMkLst>
        <pc:spChg chg="add mod">
          <ac:chgData name="MUHAMMAD IRFAN NABYL BIN MOHAMAD YAAKUB" userId="5f5f9c1a-70e9-4026-b845-667d53078a67" providerId="ADAL" clId="{FB0A4625-5635-42D2-81C4-3227F1CAD932}" dt="2025-10-27T15:20:43.512" v="3728"/>
          <ac:spMkLst>
            <pc:docMk/>
            <pc:sldMk cId="2707319166" sldId="373"/>
            <ac:spMk id="4" creationId="{DFEAB209-996A-0E2E-47F8-351927F066C5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2707319166" sldId="373"/>
            <ac:spMk id="110" creationId="{5E6C8294-704A-3778-8965-0B1B9B00683C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2707319166" sldId="373"/>
            <ac:spMk id="112" creationId="{47E220BE-F35C-959B-2769-DDEBDEF7AD7D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13.597" v="1695"/>
          <ac:picMkLst>
            <pc:docMk/>
            <pc:sldMk cId="2707319166" sldId="373"/>
            <ac:picMk id="2" creationId="{1C13D171-C067-A109-F3CC-90EBAA6AFC83}"/>
          </ac:picMkLst>
        </pc:picChg>
      </pc:sldChg>
      <pc:sldChg chg="del">
        <pc:chgData name="MUHAMMAD IRFAN NABYL BIN MOHAMAD YAAKUB" userId="5f5f9c1a-70e9-4026-b845-667d53078a67" providerId="ADAL" clId="{FB0A4625-5635-42D2-81C4-3227F1CAD932}" dt="2025-10-27T07:58:41.255" v="208" actId="47"/>
        <pc:sldMkLst>
          <pc:docMk/>
          <pc:sldMk cId="3298209503" sldId="374"/>
        </pc:sldMkLst>
      </pc:sldChg>
      <pc:sldChg chg="addSp delSp modSp add mod ord modTransition">
        <pc:chgData name="MUHAMMAD IRFAN NABYL BIN MOHAMAD YAAKUB" userId="5f5f9c1a-70e9-4026-b845-667d53078a67" providerId="ADAL" clId="{FB0A4625-5635-42D2-81C4-3227F1CAD932}" dt="2025-10-27T15:21:06.567" v="3751"/>
        <pc:sldMkLst>
          <pc:docMk/>
          <pc:sldMk cId="3933396993" sldId="374"/>
        </pc:sldMkLst>
        <pc:spChg chg="add mod">
          <ac:chgData name="MUHAMMAD IRFAN NABYL BIN MOHAMAD YAAKUB" userId="5f5f9c1a-70e9-4026-b845-667d53078a67" providerId="ADAL" clId="{FB0A4625-5635-42D2-81C4-3227F1CAD932}" dt="2025-10-27T11:56:09.790" v="1234" actId="404"/>
          <ac:spMkLst>
            <pc:docMk/>
            <pc:sldMk cId="3933396993" sldId="374"/>
            <ac:spMk id="2" creationId="{FD3C6F35-66D3-0291-3B64-1697DC39DEB0}"/>
          </ac:spMkLst>
        </pc:spChg>
        <pc:spChg chg="add mod">
          <ac:chgData name="MUHAMMAD IRFAN NABYL BIN MOHAMAD YAAKUB" userId="5f5f9c1a-70e9-4026-b845-667d53078a67" providerId="ADAL" clId="{FB0A4625-5635-42D2-81C4-3227F1CAD932}" dt="2025-10-27T15:20:44.563" v="3729"/>
          <ac:spMkLst>
            <pc:docMk/>
            <pc:sldMk cId="3933396993" sldId="374"/>
            <ac:spMk id="4" creationId="{9779974F-7A96-F15C-B1B3-5A72231638E1}"/>
          </ac:spMkLst>
        </pc:spChg>
        <pc:spChg chg="del">
          <ac:chgData name="MUHAMMAD IRFAN NABYL BIN MOHAMAD YAAKUB" userId="5f5f9c1a-70e9-4026-b845-667d53078a67" providerId="ADAL" clId="{FB0A4625-5635-42D2-81C4-3227F1CAD932}" dt="2025-10-27T08:01:28.464" v="213" actId="478"/>
          <ac:spMkLst>
            <pc:docMk/>
            <pc:sldMk cId="3933396993" sldId="374"/>
            <ac:spMk id="8" creationId="{598F2E3A-386A-77ED-E98E-E83F6BDC5087}"/>
          </ac:spMkLst>
        </pc:spChg>
        <pc:spChg chg="mod">
          <ac:chgData name="MUHAMMAD IRFAN NABYL BIN MOHAMAD YAAKUB" userId="5f5f9c1a-70e9-4026-b845-667d53078a67" providerId="ADAL" clId="{FB0A4625-5635-42D2-81C4-3227F1CAD932}" dt="2025-10-27T11:56:43.216" v="1242" actId="20577"/>
          <ac:spMkLst>
            <pc:docMk/>
            <pc:sldMk cId="3933396993" sldId="374"/>
            <ac:spMk id="110" creationId="{0E104973-F2E5-9FA4-048C-5E3B25CD9BD6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3933396993" sldId="374"/>
            <ac:spMk id="112" creationId="{7A5D566B-2EF1-72DA-68A5-3A3A80F3D1D4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14.576" v="1696"/>
          <ac:picMkLst>
            <pc:docMk/>
            <pc:sldMk cId="3933396993" sldId="374"/>
            <ac:picMk id="3" creationId="{07407A39-1797-BD08-20EE-3DBDD7F07453}"/>
          </ac:picMkLst>
        </pc:picChg>
      </pc:sldChg>
      <pc:sldChg chg="addSp delSp modSp add mod modTransition">
        <pc:chgData name="MUHAMMAD IRFAN NABYL BIN MOHAMAD YAAKUB" userId="5f5f9c1a-70e9-4026-b845-667d53078a67" providerId="ADAL" clId="{FB0A4625-5635-42D2-81C4-3227F1CAD932}" dt="2025-10-27T15:21:06.567" v="3751"/>
        <pc:sldMkLst>
          <pc:docMk/>
          <pc:sldMk cId="1179230678" sldId="375"/>
        </pc:sldMkLst>
        <pc:spChg chg="add mod">
          <ac:chgData name="MUHAMMAD IRFAN NABYL BIN MOHAMAD YAAKUB" userId="5f5f9c1a-70e9-4026-b845-667d53078a67" providerId="ADAL" clId="{FB0A4625-5635-42D2-81C4-3227F1CAD932}" dt="2025-10-27T15:20:46.464" v="3732"/>
          <ac:spMkLst>
            <pc:docMk/>
            <pc:sldMk cId="1179230678" sldId="375"/>
            <ac:spMk id="2" creationId="{99E30F72-21CA-B912-406F-0E533819A445}"/>
          </ac:spMkLst>
        </pc:spChg>
        <pc:spChg chg="del mod">
          <ac:chgData name="MUHAMMAD IRFAN NABYL BIN MOHAMAD YAAKUB" userId="5f5f9c1a-70e9-4026-b845-667d53078a67" providerId="ADAL" clId="{FB0A4625-5635-42D2-81C4-3227F1CAD932}" dt="2025-10-27T08:04:09.312" v="310" actId="478"/>
          <ac:spMkLst>
            <pc:docMk/>
            <pc:sldMk cId="1179230678" sldId="375"/>
            <ac:spMk id="2" creationId="{D121A242-791E-4F59-7E50-307A3459CD50}"/>
          </ac:spMkLst>
        </pc:spChg>
        <pc:spChg chg="mod">
          <ac:chgData name="MUHAMMAD IRFAN NABYL BIN MOHAMAD YAAKUB" userId="5f5f9c1a-70e9-4026-b845-667d53078a67" providerId="ADAL" clId="{FB0A4625-5635-42D2-81C4-3227F1CAD932}" dt="2025-10-27T11:56:46.025" v="1245" actId="20577"/>
          <ac:spMkLst>
            <pc:docMk/>
            <pc:sldMk cId="1179230678" sldId="375"/>
            <ac:spMk id="110" creationId="{6FC1DB65-27A5-7815-4F08-5E72EBC06214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1179230678" sldId="375"/>
            <ac:spMk id="112" creationId="{FC5EE51E-8C71-27E7-1857-50864C19536E}"/>
          </ac:spMkLst>
        </pc:spChg>
        <pc:picChg chg="add del mod">
          <ac:chgData name="MUHAMMAD IRFAN NABYL BIN MOHAMAD YAAKUB" userId="5f5f9c1a-70e9-4026-b845-667d53078a67" providerId="ADAL" clId="{FB0A4625-5635-42D2-81C4-3227F1CAD932}" dt="2025-10-27T11:52:31.410" v="1195" actId="478"/>
          <ac:picMkLst>
            <pc:docMk/>
            <pc:sldMk cId="1179230678" sldId="375"/>
            <ac:picMk id="4" creationId="{9E8E492B-5F9B-BC3F-02F3-59DCFED01820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1:52:30.091" v="1194" actId="14100"/>
          <ac:picMkLst>
            <pc:docMk/>
            <pc:sldMk cId="1179230678" sldId="375"/>
            <ac:picMk id="6" creationId="{7BC710F6-DFF0-D23A-1148-85C9CF8C33DE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2:39:16.582" v="1699"/>
          <ac:picMkLst>
            <pc:docMk/>
            <pc:sldMk cId="1179230678" sldId="375"/>
            <ac:picMk id="7" creationId="{65B10476-DD17-C758-26EF-42280C47C251}"/>
          </ac:picMkLst>
        </pc:picChg>
      </pc:sldChg>
      <pc:sldChg chg="addSp delSp modSp add mod modTransition">
        <pc:chgData name="MUHAMMAD IRFAN NABYL BIN MOHAMAD YAAKUB" userId="5f5f9c1a-70e9-4026-b845-667d53078a67" providerId="ADAL" clId="{FB0A4625-5635-42D2-81C4-3227F1CAD932}" dt="2025-10-27T15:21:06.567" v="3751"/>
        <pc:sldMkLst>
          <pc:docMk/>
          <pc:sldMk cId="2093601973" sldId="376"/>
        </pc:sldMkLst>
        <pc:spChg chg="add mod">
          <ac:chgData name="MUHAMMAD IRFAN NABYL BIN MOHAMAD YAAKUB" userId="5f5f9c1a-70e9-4026-b845-667d53078a67" providerId="ADAL" clId="{FB0A4625-5635-42D2-81C4-3227F1CAD932}" dt="2025-10-27T15:20:42.620" v="3726"/>
          <ac:spMkLst>
            <pc:docMk/>
            <pc:sldMk cId="2093601973" sldId="376"/>
            <ac:spMk id="2" creationId="{E51EA817-0AA7-CBFC-FEAF-1DD0EC06B191}"/>
          </ac:spMkLst>
        </pc:spChg>
        <pc:spChg chg="del">
          <ac:chgData name="MUHAMMAD IRFAN NABYL BIN MOHAMAD YAAKUB" userId="5f5f9c1a-70e9-4026-b845-667d53078a67" providerId="ADAL" clId="{FB0A4625-5635-42D2-81C4-3227F1CAD932}" dt="2025-10-27T08:10:11.165" v="459" actId="478"/>
          <ac:spMkLst>
            <pc:docMk/>
            <pc:sldMk cId="2093601973" sldId="376"/>
            <ac:spMk id="8" creationId="{E83A5459-1AC7-9768-6DC9-5B4D422D394E}"/>
          </ac:spMkLst>
        </pc:spChg>
        <pc:spChg chg="mod">
          <ac:chgData name="MUHAMMAD IRFAN NABYL BIN MOHAMAD YAAKUB" userId="5f5f9c1a-70e9-4026-b845-667d53078a67" providerId="ADAL" clId="{FB0A4625-5635-42D2-81C4-3227F1CAD932}" dt="2025-10-27T11:40:37.251" v="1133" actId="20577"/>
          <ac:spMkLst>
            <pc:docMk/>
            <pc:sldMk cId="2093601973" sldId="376"/>
            <ac:spMk id="110" creationId="{C6D31F68-6BFF-1168-506A-C22A6D01FC53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2093601973" sldId="376"/>
            <ac:spMk id="112" creationId="{D7883AFB-E839-34F2-9ECD-8D5AC481EBF9}"/>
          </ac:spMkLst>
        </pc:spChg>
        <pc:picChg chg="add mod">
          <ac:chgData name="MUHAMMAD IRFAN NABYL BIN MOHAMAD YAAKUB" userId="5f5f9c1a-70e9-4026-b845-667d53078a67" providerId="ADAL" clId="{FB0A4625-5635-42D2-81C4-3227F1CAD932}" dt="2025-10-27T08:10:15.271" v="462" actId="14100"/>
          <ac:picMkLst>
            <pc:docMk/>
            <pc:sldMk cId="2093601973" sldId="376"/>
            <ac:picMk id="3" creationId="{1B6307F4-1DF3-F7EE-1F02-8FE0974C471A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2:39:12.455" v="1693"/>
          <ac:picMkLst>
            <pc:docMk/>
            <pc:sldMk cId="2093601973" sldId="376"/>
            <ac:picMk id="4" creationId="{A0C21341-EE41-F91C-9A37-9C0425CA63D6}"/>
          </ac:picMkLst>
        </pc:picChg>
      </pc:sldChg>
      <pc:sldChg chg="addSp modSp add mod modTransition">
        <pc:chgData name="MUHAMMAD IRFAN NABYL BIN MOHAMAD YAAKUB" userId="5f5f9c1a-70e9-4026-b845-667d53078a67" providerId="ADAL" clId="{FB0A4625-5635-42D2-81C4-3227F1CAD932}" dt="2025-10-27T15:21:06.567" v="3751"/>
        <pc:sldMkLst>
          <pc:docMk/>
          <pc:sldMk cId="2921341496" sldId="377"/>
        </pc:sldMkLst>
        <pc:spChg chg="mod">
          <ac:chgData name="MUHAMMAD IRFAN NABYL BIN MOHAMAD YAAKUB" userId="5f5f9c1a-70e9-4026-b845-667d53078a67" providerId="ADAL" clId="{FB0A4625-5635-42D2-81C4-3227F1CAD932}" dt="2025-10-27T11:56:32.598" v="1238" actId="404"/>
          <ac:spMkLst>
            <pc:docMk/>
            <pc:sldMk cId="2921341496" sldId="377"/>
            <ac:spMk id="2" creationId="{142C3D1B-0425-90E0-2F15-1CD4FB8C62F5}"/>
          </ac:spMkLst>
        </pc:spChg>
        <pc:spChg chg="add mod">
          <ac:chgData name="MUHAMMAD IRFAN NABYL BIN MOHAMAD YAAKUB" userId="5f5f9c1a-70e9-4026-b845-667d53078a67" providerId="ADAL" clId="{FB0A4625-5635-42D2-81C4-3227F1CAD932}" dt="2025-10-27T15:20:44.915" v="3730"/>
          <ac:spMkLst>
            <pc:docMk/>
            <pc:sldMk cId="2921341496" sldId="377"/>
            <ac:spMk id="4" creationId="{F07857FB-BD71-3CA9-A946-0147A09D21B1}"/>
          </ac:spMkLst>
        </pc:spChg>
        <pc:spChg chg="mod">
          <ac:chgData name="MUHAMMAD IRFAN NABYL BIN MOHAMAD YAAKUB" userId="5f5f9c1a-70e9-4026-b845-667d53078a67" providerId="ADAL" clId="{FB0A4625-5635-42D2-81C4-3227F1CAD932}" dt="2025-10-27T11:56:44.224" v="1243" actId="20577"/>
          <ac:spMkLst>
            <pc:docMk/>
            <pc:sldMk cId="2921341496" sldId="377"/>
            <ac:spMk id="110" creationId="{2DA091D3-110B-3CA7-5828-146436EF1F8E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2921341496" sldId="377"/>
            <ac:spMk id="112" creationId="{2AF9273B-DBC4-FC46-4EB7-2D39CB5A8629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14.903" v="1697"/>
          <ac:picMkLst>
            <pc:docMk/>
            <pc:sldMk cId="2921341496" sldId="377"/>
            <ac:picMk id="3" creationId="{0548BF33-52DB-64F0-2A4B-0601A12BEE64}"/>
          </ac:picMkLst>
        </pc:picChg>
      </pc:sldChg>
      <pc:sldChg chg="modSp add del mod ord">
        <pc:chgData name="MUHAMMAD IRFAN NABYL BIN MOHAMAD YAAKUB" userId="5f5f9c1a-70e9-4026-b845-667d53078a67" providerId="ADAL" clId="{FB0A4625-5635-42D2-81C4-3227F1CAD932}" dt="2025-10-27T11:52:48.699" v="1197" actId="47"/>
        <pc:sldMkLst>
          <pc:docMk/>
          <pc:sldMk cId="2408126421" sldId="378"/>
        </pc:sldMkLst>
        <pc:spChg chg="mod">
          <ac:chgData name="MUHAMMAD IRFAN NABYL BIN MOHAMAD YAAKUB" userId="5f5f9c1a-70e9-4026-b845-667d53078a67" providerId="ADAL" clId="{FB0A4625-5635-42D2-81C4-3227F1CAD932}" dt="2025-10-27T11:13:19.919" v="685" actId="313"/>
          <ac:spMkLst>
            <pc:docMk/>
            <pc:sldMk cId="2408126421" sldId="378"/>
            <ac:spMk id="2" creationId="{8A229C3F-971A-41A9-4C90-8FE28C2B0F3C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2408126421" sldId="378"/>
            <ac:spMk id="110" creationId="{ABF67D1E-3621-EA34-2F25-2BA6320EFE07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2408126421" sldId="378"/>
            <ac:spMk id="112" creationId="{3BD3AD2C-7094-412F-CC8A-141C57520BFF}"/>
          </ac:spMkLst>
        </pc:spChg>
      </pc:sldChg>
      <pc:sldChg chg="addSp delSp modSp add mod ord modTransition">
        <pc:chgData name="MUHAMMAD IRFAN NABYL BIN MOHAMAD YAAKUB" userId="5f5f9c1a-70e9-4026-b845-667d53078a67" providerId="ADAL" clId="{FB0A4625-5635-42D2-81C4-3227F1CAD932}" dt="2025-10-27T15:21:06.567" v="3751"/>
        <pc:sldMkLst>
          <pc:docMk/>
          <pc:sldMk cId="1885049083" sldId="379"/>
        </pc:sldMkLst>
        <pc:spChg chg="add del mod">
          <ac:chgData name="MUHAMMAD IRFAN NABYL BIN MOHAMAD YAAKUB" userId="5f5f9c1a-70e9-4026-b845-667d53078a67" providerId="ADAL" clId="{FB0A4625-5635-42D2-81C4-3227F1CAD932}" dt="2025-10-27T12:02:48.607" v="1287" actId="478"/>
          <ac:spMkLst>
            <pc:docMk/>
            <pc:sldMk cId="1885049083" sldId="379"/>
            <ac:spMk id="2" creationId="{3C0F67F5-4644-6481-C184-B2447FA0E609}"/>
          </ac:spMkLst>
        </pc:spChg>
        <pc:spChg chg="add mod">
          <ac:chgData name="MUHAMMAD IRFAN NABYL BIN MOHAMAD YAAKUB" userId="5f5f9c1a-70e9-4026-b845-667d53078a67" providerId="ADAL" clId="{FB0A4625-5635-42D2-81C4-3227F1CAD932}" dt="2025-10-27T15:20:46.917" v="3733"/>
          <ac:spMkLst>
            <pc:docMk/>
            <pc:sldMk cId="1885049083" sldId="379"/>
            <ac:spMk id="2" creationId="{DB1C7151-9D1A-8746-A4DD-E0C52535D4CB}"/>
          </ac:spMkLst>
        </pc:spChg>
        <pc:spChg chg="add mod">
          <ac:chgData name="MUHAMMAD IRFAN NABYL BIN MOHAMAD YAAKUB" userId="5f5f9c1a-70e9-4026-b845-667d53078a67" providerId="ADAL" clId="{FB0A4625-5635-42D2-81C4-3227F1CAD932}" dt="2025-10-27T12:12:23.876" v="1462"/>
          <ac:spMkLst>
            <pc:docMk/>
            <pc:sldMk cId="1885049083" sldId="379"/>
            <ac:spMk id="3" creationId="{B3CF5B34-E8FC-9009-C051-43D919854EE8}"/>
          </ac:spMkLst>
        </pc:spChg>
        <pc:spChg chg="add mod">
          <ac:chgData name="MUHAMMAD IRFAN NABYL BIN MOHAMAD YAAKUB" userId="5f5f9c1a-70e9-4026-b845-667d53078a67" providerId="ADAL" clId="{FB0A4625-5635-42D2-81C4-3227F1CAD932}" dt="2025-10-27T12:11:53.406" v="1452"/>
          <ac:spMkLst>
            <pc:docMk/>
            <pc:sldMk cId="1885049083" sldId="379"/>
            <ac:spMk id="4" creationId="{09B2F07E-6F9F-D994-802D-A47E85F5671D}"/>
          </ac:spMkLst>
        </pc:spChg>
        <pc:spChg chg="add mod">
          <ac:chgData name="MUHAMMAD IRFAN NABYL BIN MOHAMAD YAAKUB" userId="5f5f9c1a-70e9-4026-b845-667d53078a67" providerId="ADAL" clId="{FB0A4625-5635-42D2-81C4-3227F1CAD932}" dt="2025-10-27T12:11:52.044" v="1444"/>
          <ac:spMkLst>
            <pc:docMk/>
            <pc:sldMk cId="1885049083" sldId="379"/>
            <ac:spMk id="5" creationId="{F1E0CE87-4A88-532F-264B-A0CCEE213BF9}"/>
          </ac:spMkLst>
        </pc:spChg>
        <pc:spChg chg="add mod">
          <ac:chgData name="MUHAMMAD IRFAN NABYL BIN MOHAMAD YAAKUB" userId="5f5f9c1a-70e9-4026-b845-667d53078a67" providerId="ADAL" clId="{FB0A4625-5635-42D2-81C4-3227F1CAD932}" dt="2025-10-27T12:11:08.213" v="1426" actId="571"/>
          <ac:spMkLst>
            <pc:docMk/>
            <pc:sldMk cId="1885049083" sldId="379"/>
            <ac:spMk id="6" creationId="{91C8C3A6-6C4A-79E0-E3E0-C33B17F81ACD}"/>
          </ac:spMkLst>
        </pc:spChg>
        <pc:spChg chg="mod">
          <ac:chgData name="MUHAMMAD IRFAN NABYL BIN MOHAMAD YAAKUB" userId="5f5f9c1a-70e9-4026-b845-667d53078a67" providerId="ADAL" clId="{FB0A4625-5635-42D2-81C4-3227F1CAD932}" dt="2025-10-27T12:11:53.770" v="1454"/>
          <ac:spMkLst>
            <pc:docMk/>
            <pc:sldMk cId="1885049083" sldId="379"/>
            <ac:spMk id="8" creationId="{084DB257-1A9F-C5A2-F28E-9E144A655395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1885049083" sldId="379"/>
            <ac:spMk id="110" creationId="{5E6957CA-0A54-7E27-E286-7C0EBBCFD99B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1885049083" sldId="379"/>
            <ac:spMk id="112" creationId="{184853D9-405C-E2D2-49A0-C42637E376D9}"/>
          </ac:spMkLst>
        </pc:spChg>
        <pc:picChg chg="add del">
          <ac:chgData name="MUHAMMAD IRFAN NABYL BIN MOHAMAD YAAKUB" userId="5f5f9c1a-70e9-4026-b845-667d53078a67" providerId="ADAL" clId="{FB0A4625-5635-42D2-81C4-3227F1CAD932}" dt="2025-10-27T12:28:30.642" v="1545" actId="22"/>
          <ac:picMkLst>
            <pc:docMk/>
            <pc:sldMk cId="1885049083" sldId="379"/>
            <ac:picMk id="9" creationId="{7951EA3F-28DF-BA44-9BD8-FEF1A62153B2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2:39:16.910" v="1700"/>
          <ac:picMkLst>
            <pc:docMk/>
            <pc:sldMk cId="1885049083" sldId="379"/>
            <ac:picMk id="10" creationId="{763526F3-2CE4-4548-AA98-C2068DB29775}"/>
          </ac:picMkLst>
        </pc:picChg>
      </pc:sldChg>
      <pc:sldChg chg="modSp add del mod">
        <pc:chgData name="MUHAMMAD IRFAN NABYL BIN MOHAMAD YAAKUB" userId="5f5f9c1a-70e9-4026-b845-667d53078a67" providerId="ADAL" clId="{FB0A4625-5635-42D2-81C4-3227F1CAD932}" dt="2025-10-27T12:08:00.237" v="1331" actId="47"/>
        <pc:sldMkLst>
          <pc:docMk/>
          <pc:sldMk cId="2899466433" sldId="380"/>
        </pc:sldMkLst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2899466433" sldId="380"/>
            <ac:spMk id="8" creationId="{944BC026-BE49-6675-1E93-EB9D9A5AF388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2899466433" sldId="380"/>
            <ac:spMk id="110" creationId="{1134507D-3BEC-C078-A054-3C181C5888BA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2899466433" sldId="380"/>
            <ac:spMk id="112" creationId="{E98D645D-BEE1-DC75-52C2-9E647045B9D0}"/>
          </ac:spMkLst>
        </pc:spChg>
      </pc:sldChg>
      <pc:sldChg chg="modSp add del mod">
        <pc:chgData name="MUHAMMAD IRFAN NABYL BIN MOHAMAD YAAKUB" userId="5f5f9c1a-70e9-4026-b845-667d53078a67" providerId="ADAL" clId="{FB0A4625-5635-42D2-81C4-3227F1CAD932}" dt="2025-10-27T12:13:16.371" v="1472" actId="47"/>
        <pc:sldMkLst>
          <pc:docMk/>
          <pc:sldMk cId="1110763158" sldId="381"/>
        </pc:sldMkLst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1110763158" sldId="381"/>
            <ac:spMk id="8" creationId="{287368EB-F0D5-AD06-5F6B-B50E2553F176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1110763158" sldId="381"/>
            <ac:spMk id="110" creationId="{0F2417DA-72A7-6FC3-B920-F641CCAFFC74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1110763158" sldId="381"/>
            <ac:spMk id="112" creationId="{7348841C-1A9F-F6CA-1C11-766B6E125AD0}"/>
          </ac:spMkLst>
        </pc:spChg>
      </pc:sldChg>
      <pc:sldChg chg="modSp add del mod">
        <pc:chgData name="MUHAMMAD IRFAN NABYL BIN MOHAMAD YAAKUB" userId="5f5f9c1a-70e9-4026-b845-667d53078a67" providerId="ADAL" clId="{FB0A4625-5635-42D2-81C4-3227F1CAD932}" dt="2025-10-27T12:13:16.371" v="1472" actId="47"/>
        <pc:sldMkLst>
          <pc:docMk/>
          <pc:sldMk cId="1321385485" sldId="382"/>
        </pc:sldMkLst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1321385485" sldId="382"/>
            <ac:spMk id="8" creationId="{5CA3291D-35A7-F292-0D7B-E4E8A5ADF94E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1321385485" sldId="382"/>
            <ac:spMk id="110" creationId="{49DDBCC1-F7C6-0253-AAC1-D7A436D35EEE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1321385485" sldId="382"/>
            <ac:spMk id="112" creationId="{06EBB982-C534-60B8-3D8A-7111AD30947C}"/>
          </ac:spMkLst>
        </pc:spChg>
      </pc:sldChg>
      <pc:sldChg chg="add del">
        <pc:chgData name="MUHAMMAD IRFAN NABYL BIN MOHAMAD YAAKUB" userId="5f5f9c1a-70e9-4026-b845-667d53078a67" providerId="ADAL" clId="{FB0A4625-5635-42D2-81C4-3227F1CAD932}" dt="2025-10-27T10:08:58.355" v="498" actId="2890"/>
        <pc:sldMkLst>
          <pc:docMk/>
          <pc:sldMk cId="1774866455" sldId="383"/>
        </pc:sldMkLst>
      </pc:sldChg>
      <pc:sldChg chg="modSp add del mod">
        <pc:chgData name="MUHAMMAD IRFAN NABYL BIN MOHAMAD YAAKUB" userId="5f5f9c1a-70e9-4026-b845-667d53078a67" providerId="ADAL" clId="{FB0A4625-5635-42D2-81C4-3227F1CAD932}" dt="2025-10-27T12:13:16.371" v="1472" actId="47"/>
        <pc:sldMkLst>
          <pc:docMk/>
          <pc:sldMk cId="4175544566" sldId="383"/>
        </pc:sldMkLst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4175544566" sldId="383"/>
            <ac:spMk id="8" creationId="{864DB8DB-8F9B-2CED-BF85-F82B6ADC247D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4175544566" sldId="383"/>
            <ac:spMk id="110" creationId="{AE82634D-78D5-07CC-3450-74794F237248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4175544566" sldId="383"/>
            <ac:spMk id="112" creationId="{ECBC5681-57C2-22CB-EC1E-268F048B1EDE}"/>
          </ac:spMkLst>
        </pc:spChg>
      </pc:sldChg>
      <pc:sldChg chg="addSp modSp add mod modTransition">
        <pc:chgData name="MUHAMMAD IRFAN NABYL BIN MOHAMAD YAAKUB" userId="5f5f9c1a-70e9-4026-b845-667d53078a67" providerId="ADAL" clId="{FB0A4625-5635-42D2-81C4-3227F1CAD932}" dt="2025-10-27T15:21:06.567" v="3751"/>
        <pc:sldMkLst>
          <pc:docMk/>
          <pc:sldMk cId="3909124805" sldId="384"/>
        </pc:sldMkLst>
        <pc:spChg chg="add mod">
          <ac:chgData name="MUHAMMAD IRFAN NABYL BIN MOHAMAD YAAKUB" userId="5f5f9c1a-70e9-4026-b845-667d53078a67" providerId="ADAL" clId="{FB0A4625-5635-42D2-81C4-3227F1CAD932}" dt="2025-10-27T15:20:41.577" v="3725"/>
          <ac:spMkLst>
            <pc:docMk/>
            <pc:sldMk cId="3909124805" sldId="384"/>
            <ac:spMk id="3" creationId="{EF03F203-8161-83BC-FD54-6DA9EEA11BDC}"/>
          </ac:spMkLst>
        </pc:spChg>
        <pc:spChg chg="mod">
          <ac:chgData name="MUHAMMAD IRFAN NABYL BIN MOHAMAD YAAKUB" userId="5f5f9c1a-70e9-4026-b845-667d53078a67" providerId="ADAL" clId="{FB0A4625-5635-42D2-81C4-3227F1CAD932}" dt="2025-10-27T11:45:36.388" v="1154" actId="20577"/>
          <ac:spMkLst>
            <pc:docMk/>
            <pc:sldMk cId="3909124805" sldId="384"/>
            <ac:spMk id="8" creationId="{84B94D34-BD25-06F0-FD2E-7AFE88629957}"/>
          </ac:spMkLst>
        </pc:spChg>
        <pc:spChg chg="mod">
          <ac:chgData name="MUHAMMAD IRFAN NABYL BIN MOHAMAD YAAKUB" userId="5f5f9c1a-70e9-4026-b845-667d53078a67" providerId="ADAL" clId="{FB0A4625-5635-42D2-81C4-3227F1CAD932}" dt="2025-10-27T11:40:38.507" v="1134" actId="20577"/>
          <ac:spMkLst>
            <pc:docMk/>
            <pc:sldMk cId="3909124805" sldId="384"/>
            <ac:spMk id="110" creationId="{979312EC-C22D-6C26-CC74-81FF0F1285B6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12.144" v="1692"/>
          <ac:picMkLst>
            <pc:docMk/>
            <pc:sldMk cId="3909124805" sldId="384"/>
            <ac:picMk id="2" creationId="{B8BC03D3-8B35-F4C7-E84A-8F40ABA3778C}"/>
          </ac:picMkLst>
        </pc:picChg>
      </pc:sldChg>
      <pc:sldChg chg="add del">
        <pc:chgData name="MUHAMMAD IRFAN NABYL BIN MOHAMAD YAAKUB" userId="5f5f9c1a-70e9-4026-b845-667d53078a67" providerId="ADAL" clId="{FB0A4625-5635-42D2-81C4-3227F1CAD932}" dt="2025-10-27T12:01:58.952" v="1276" actId="47"/>
        <pc:sldMkLst>
          <pc:docMk/>
          <pc:sldMk cId="1340393655" sldId="385"/>
        </pc:sldMkLst>
      </pc:sldChg>
      <pc:sldChg chg="addSp modSp add mod modTransition">
        <pc:chgData name="MUHAMMAD IRFAN NABYL BIN MOHAMAD YAAKUB" userId="5f5f9c1a-70e9-4026-b845-667d53078a67" providerId="ADAL" clId="{FB0A4625-5635-42D2-81C4-3227F1CAD932}" dt="2025-10-27T15:21:06.567" v="3751"/>
        <pc:sldMkLst>
          <pc:docMk/>
          <pc:sldMk cId="2624007988" sldId="386"/>
        </pc:sldMkLst>
        <pc:spChg chg="add mod">
          <ac:chgData name="MUHAMMAD IRFAN NABYL BIN MOHAMAD YAAKUB" userId="5f5f9c1a-70e9-4026-b845-667d53078a67" providerId="ADAL" clId="{FB0A4625-5635-42D2-81C4-3227F1CAD932}" dt="2025-10-27T15:20:32.344" v="3715"/>
          <ac:spMkLst>
            <pc:docMk/>
            <pc:sldMk cId="2624007988" sldId="386"/>
            <ac:spMk id="4" creationId="{959D71EA-F489-57D8-820E-00164FE65B65}"/>
          </ac:spMkLst>
        </pc:spChg>
        <pc:spChg chg="mod">
          <ac:chgData name="MUHAMMAD IRFAN NABYL BIN MOHAMAD YAAKUB" userId="5f5f9c1a-70e9-4026-b845-667d53078a67" providerId="ADAL" clId="{FB0A4625-5635-42D2-81C4-3227F1CAD932}" dt="2025-10-27T11:26:50.359" v="1089" actId="404"/>
          <ac:spMkLst>
            <pc:docMk/>
            <pc:sldMk cId="2624007988" sldId="386"/>
            <ac:spMk id="8" creationId="{0AB56672-C078-9ACD-5D67-603A06A816CF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06.717" v="1683"/>
          <ac:picMkLst>
            <pc:docMk/>
            <pc:sldMk cId="2624007988" sldId="386"/>
            <ac:picMk id="2" creationId="{914D3CA6-AD81-7580-F88D-5F2E62E163CE}"/>
          </ac:picMkLst>
        </pc:picChg>
      </pc:sldChg>
      <pc:sldChg chg="addSp modSp add mod modTransition">
        <pc:chgData name="MUHAMMAD IRFAN NABYL BIN MOHAMAD YAAKUB" userId="5f5f9c1a-70e9-4026-b845-667d53078a67" providerId="ADAL" clId="{FB0A4625-5635-42D2-81C4-3227F1CAD932}" dt="2025-10-27T15:21:06.567" v="3751"/>
        <pc:sldMkLst>
          <pc:docMk/>
          <pc:sldMk cId="823799958" sldId="387"/>
        </pc:sldMkLst>
        <pc:spChg chg="mod">
          <ac:chgData name="MUHAMMAD IRFAN NABYL BIN MOHAMAD YAAKUB" userId="5f5f9c1a-70e9-4026-b845-667d53078a67" providerId="ADAL" clId="{FB0A4625-5635-42D2-81C4-3227F1CAD932}" dt="2025-10-27T11:58:53.308" v="1269" actId="20577"/>
          <ac:spMkLst>
            <pc:docMk/>
            <pc:sldMk cId="823799958" sldId="387"/>
            <ac:spMk id="2" creationId="{20658484-8840-8D60-F2BD-CB60614F2B6E}"/>
          </ac:spMkLst>
        </pc:spChg>
        <pc:spChg chg="add mod">
          <ac:chgData name="MUHAMMAD IRFAN NABYL BIN MOHAMAD YAAKUB" userId="5f5f9c1a-70e9-4026-b845-667d53078a67" providerId="ADAL" clId="{FB0A4625-5635-42D2-81C4-3227F1CAD932}" dt="2025-10-27T15:20:45.297" v="3731"/>
          <ac:spMkLst>
            <pc:docMk/>
            <pc:sldMk cId="823799958" sldId="387"/>
            <ac:spMk id="4" creationId="{D8577650-DC4E-91E6-25FF-F69C46DA5AF6}"/>
          </ac:spMkLst>
        </pc:spChg>
        <pc:spChg chg="mod">
          <ac:chgData name="MUHAMMAD IRFAN NABYL BIN MOHAMAD YAAKUB" userId="5f5f9c1a-70e9-4026-b845-667d53078a67" providerId="ADAL" clId="{FB0A4625-5635-42D2-81C4-3227F1CAD932}" dt="2025-10-27T11:56:45.119" v="1244" actId="20577"/>
          <ac:spMkLst>
            <pc:docMk/>
            <pc:sldMk cId="823799958" sldId="387"/>
            <ac:spMk id="110" creationId="{93A0518D-70C0-3FE1-AF03-4B2E0B909166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15.260" v="1698"/>
          <ac:picMkLst>
            <pc:docMk/>
            <pc:sldMk cId="823799958" sldId="387"/>
            <ac:picMk id="3" creationId="{A88820CC-E2EB-0AE4-32B7-86F8936734BE}"/>
          </ac:picMkLst>
        </pc:picChg>
      </pc:sldChg>
      <pc:sldChg chg="new del">
        <pc:chgData name="MUHAMMAD IRFAN NABYL BIN MOHAMAD YAAKUB" userId="5f5f9c1a-70e9-4026-b845-667d53078a67" providerId="ADAL" clId="{FB0A4625-5635-42D2-81C4-3227F1CAD932}" dt="2025-10-27T11:18:42.102" v="753" actId="680"/>
        <pc:sldMkLst>
          <pc:docMk/>
          <pc:sldMk cId="3026090617" sldId="387"/>
        </pc:sldMkLst>
      </pc:sldChg>
      <pc:sldChg chg="modSp add del ord">
        <pc:chgData name="MUHAMMAD IRFAN NABYL BIN MOHAMAD YAAKUB" userId="5f5f9c1a-70e9-4026-b845-667d53078a67" providerId="ADAL" clId="{FB0A4625-5635-42D2-81C4-3227F1CAD932}" dt="2025-10-27T12:12:25.224" v="1463" actId="47"/>
        <pc:sldMkLst>
          <pc:docMk/>
          <pc:sldMk cId="3443591656" sldId="388"/>
        </pc:sldMkLst>
        <pc:spChg chg="mod">
          <ac:chgData name="MUHAMMAD IRFAN NABYL BIN MOHAMAD YAAKUB" userId="5f5f9c1a-70e9-4026-b845-667d53078a67" providerId="ADAL" clId="{FB0A4625-5635-42D2-81C4-3227F1CAD932}" dt="2025-10-27T12:07:58.263" v="1330"/>
          <ac:spMkLst>
            <pc:docMk/>
            <pc:sldMk cId="3443591656" sldId="388"/>
            <ac:spMk id="110" creationId="{7ABE84D2-A1C4-6FEB-F4ED-594B4C05D2F0}"/>
          </ac:spMkLst>
        </pc:spChg>
      </pc:sldChg>
      <pc:sldChg chg="addSp delSp modSp add mod modTransition">
        <pc:chgData name="MUHAMMAD IRFAN NABYL BIN MOHAMAD YAAKUB" userId="5f5f9c1a-70e9-4026-b845-667d53078a67" providerId="ADAL" clId="{FB0A4625-5635-42D2-81C4-3227F1CAD932}" dt="2025-10-27T15:21:06.567" v="3751"/>
        <pc:sldMkLst>
          <pc:docMk/>
          <pc:sldMk cId="2111763334" sldId="389"/>
        </pc:sldMkLst>
        <pc:spChg chg="add mod">
          <ac:chgData name="MUHAMMAD IRFAN NABYL BIN MOHAMAD YAAKUB" userId="5f5f9c1a-70e9-4026-b845-667d53078a67" providerId="ADAL" clId="{FB0A4625-5635-42D2-81C4-3227F1CAD932}" dt="2025-10-27T15:20:48.010" v="3734"/>
          <ac:spMkLst>
            <pc:docMk/>
            <pc:sldMk cId="2111763334" sldId="389"/>
            <ac:spMk id="4" creationId="{2910727D-C0A9-B8A0-85B1-3FAF774D6380}"/>
          </ac:spMkLst>
        </pc:spChg>
        <pc:spChg chg="del">
          <ac:chgData name="MUHAMMAD IRFAN NABYL BIN MOHAMAD YAAKUB" userId="5f5f9c1a-70e9-4026-b845-667d53078a67" providerId="ADAL" clId="{FB0A4625-5635-42D2-81C4-3227F1CAD932}" dt="2025-10-27T12:12:42.190" v="1467" actId="478"/>
          <ac:spMkLst>
            <pc:docMk/>
            <pc:sldMk cId="2111763334" sldId="389"/>
            <ac:spMk id="4" creationId="{79D59F2A-D44E-0BA2-93D2-C003CFCD7921}"/>
          </ac:spMkLst>
        </pc:spChg>
        <pc:spChg chg="del">
          <ac:chgData name="MUHAMMAD IRFAN NABYL BIN MOHAMAD YAAKUB" userId="5f5f9c1a-70e9-4026-b845-667d53078a67" providerId="ADAL" clId="{FB0A4625-5635-42D2-81C4-3227F1CAD932}" dt="2025-10-27T12:12:44.905" v="1468" actId="478"/>
          <ac:spMkLst>
            <pc:docMk/>
            <pc:sldMk cId="2111763334" sldId="389"/>
            <ac:spMk id="5" creationId="{58B1E52E-CB9E-B4D6-0740-004BBBB7B605}"/>
          </ac:spMkLst>
        </pc:spChg>
        <pc:spChg chg="mod">
          <ac:chgData name="MUHAMMAD IRFAN NABYL BIN MOHAMAD YAAKUB" userId="5f5f9c1a-70e9-4026-b845-667d53078a67" providerId="ADAL" clId="{FB0A4625-5635-42D2-81C4-3227F1CAD932}" dt="2025-10-27T12:12:47.324" v="1471"/>
          <ac:spMkLst>
            <pc:docMk/>
            <pc:sldMk cId="2111763334" sldId="389"/>
            <ac:spMk id="8" creationId="{08FE46E6-C673-9795-77E4-19125C5597CB}"/>
          </ac:spMkLst>
        </pc:spChg>
        <pc:spChg chg="mod">
          <ac:chgData name="MUHAMMAD IRFAN NABYL BIN MOHAMAD YAAKUB" userId="5f5f9c1a-70e9-4026-b845-667d53078a67" providerId="ADAL" clId="{FB0A4625-5635-42D2-81C4-3227F1CAD932}" dt="2025-10-27T12:12:14.806" v="1459"/>
          <ac:spMkLst>
            <pc:docMk/>
            <pc:sldMk cId="2111763334" sldId="389"/>
            <ac:spMk id="110" creationId="{7AC4E52E-A304-DA65-F0B0-E1F4AFCC8819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17.253" v="1701"/>
          <ac:picMkLst>
            <pc:docMk/>
            <pc:sldMk cId="2111763334" sldId="389"/>
            <ac:picMk id="2" creationId="{EAAEC076-EF43-08BA-4EEB-D1997D33EF7B}"/>
          </ac:picMkLst>
        </pc:picChg>
      </pc:sldChg>
      <pc:sldChg chg="addSp modSp add mod modTransition">
        <pc:chgData name="MUHAMMAD IRFAN NABYL BIN MOHAMAD YAAKUB" userId="5f5f9c1a-70e9-4026-b845-667d53078a67" providerId="ADAL" clId="{FB0A4625-5635-42D2-81C4-3227F1CAD932}" dt="2025-10-27T15:21:06.567" v="3751"/>
        <pc:sldMkLst>
          <pc:docMk/>
          <pc:sldMk cId="1516691139" sldId="390"/>
        </pc:sldMkLst>
        <pc:spChg chg="add mod">
          <ac:chgData name="MUHAMMAD IRFAN NABYL BIN MOHAMAD YAAKUB" userId="5f5f9c1a-70e9-4026-b845-667d53078a67" providerId="ADAL" clId="{FB0A4625-5635-42D2-81C4-3227F1CAD932}" dt="2025-10-27T15:20:48.463" v="3735"/>
          <ac:spMkLst>
            <pc:docMk/>
            <pc:sldMk cId="1516691139" sldId="390"/>
            <ac:spMk id="2" creationId="{08B139B6-70C8-DAAE-C6E5-3FA870F058EC}"/>
          </ac:spMkLst>
        </pc:spChg>
        <pc:spChg chg="mod">
          <ac:chgData name="MUHAMMAD IRFAN NABYL BIN MOHAMAD YAAKUB" userId="5f5f9c1a-70e9-4026-b845-667d53078a67" providerId="ADAL" clId="{FB0A4625-5635-42D2-81C4-3227F1CAD932}" dt="2025-10-27T12:14:23.015" v="1495" actId="20577"/>
          <ac:spMkLst>
            <pc:docMk/>
            <pc:sldMk cId="1516691139" sldId="390"/>
            <ac:spMk id="3" creationId="{7FFA7921-2DA6-1647-6930-2B968D006AA8}"/>
          </ac:spMkLst>
        </pc:spChg>
        <pc:spChg chg="mod">
          <ac:chgData name="MUHAMMAD IRFAN NABYL BIN MOHAMAD YAAKUB" userId="5f5f9c1a-70e9-4026-b845-667d53078a67" providerId="ADAL" clId="{FB0A4625-5635-42D2-81C4-3227F1CAD932}" dt="2025-10-27T12:15:46.667" v="1503"/>
          <ac:spMkLst>
            <pc:docMk/>
            <pc:sldMk cId="1516691139" sldId="390"/>
            <ac:spMk id="8" creationId="{AF05625B-C246-C50A-E7B5-323AD19CE3F9}"/>
          </ac:spMkLst>
        </pc:spChg>
        <pc:spChg chg="mod">
          <ac:chgData name="MUHAMMAD IRFAN NABYL BIN MOHAMAD YAAKUB" userId="5f5f9c1a-70e9-4026-b845-667d53078a67" providerId="ADAL" clId="{FB0A4625-5635-42D2-81C4-3227F1CAD932}" dt="2025-10-27T12:39:58.437" v="1711" actId="20577"/>
          <ac:spMkLst>
            <pc:docMk/>
            <pc:sldMk cId="1516691139" sldId="390"/>
            <ac:spMk id="110" creationId="{1DDD35EA-A72D-A195-8B61-7E6BD4FB4B61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15:36.820" v="1502" actId="14100"/>
          <ac:picMkLst>
            <pc:docMk/>
            <pc:sldMk cId="1516691139" sldId="390"/>
            <ac:picMk id="4" creationId="{A1E99D91-6CA1-DEF2-06CD-9D96D172CCB7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2:39:17.652" v="1702"/>
          <ac:picMkLst>
            <pc:docMk/>
            <pc:sldMk cId="1516691139" sldId="390"/>
            <ac:picMk id="11" creationId="{B05E7290-D0D8-9A2F-19D4-3C814BB8AD75}"/>
          </ac:picMkLst>
        </pc:picChg>
        <pc:cxnChg chg="add mod">
          <ac:chgData name="MUHAMMAD IRFAN NABYL BIN MOHAMAD YAAKUB" userId="5f5f9c1a-70e9-4026-b845-667d53078a67" providerId="ADAL" clId="{FB0A4625-5635-42D2-81C4-3227F1CAD932}" dt="2025-10-27T12:16:29.612" v="1510" actId="14100"/>
          <ac:cxnSpMkLst>
            <pc:docMk/>
            <pc:sldMk cId="1516691139" sldId="390"/>
            <ac:cxnSpMk id="6" creationId="{26DF1769-C843-80E0-3516-A105D91BC9B9}"/>
          </ac:cxnSpMkLst>
        </pc:cxnChg>
      </pc:sldChg>
      <pc:sldChg chg="addSp delSp modSp add mod modTransition">
        <pc:chgData name="MUHAMMAD IRFAN NABYL BIN MOHAMAD YAAKUB" userId="5f5f9c1a-70e9-4026-b845-667d53078a67" providerId="ADAL" clId="{FB0A4625-5635-42D2-81C4-3227F1CAD932}" dt="2025-10-27T15:21:06.567" v="3751"/>
        <pc:sldMkLst>
          <pc:docMk/>
          <pc:sldMk cId="2009709565" sldId="391"/>
        </pc:sldMkLst>
        <pc:spChg chg="add mod">
          <ac:chgData name="MUHAMMAD IRFAN NABYL BIN MOHAMAD YAAKUB" userId="5f5f9c1a-70e9-4026-b845-667d53078a67" providerId="ADAL" clId="{FB0A4625-5635-42D2-81C4-3227F1CAD932}" dt="2025-10-27T15:20:48.883" v="3736"/>
          <ac:spMkLst>
            <pc:docMk/>
            <pc:sldMk cId="2009709565" sldId="391"/>
            <ac:spMk id="2" creationId="{BC09D6B7-9C5C-BA41-8823-293E3CC4E18A}"/>
          </ac:spMkLst>
        </pc:spChg>
        <pc:spChg chg="del">
          <ac:chgData name="MUHAMMAD IRFAN NABYL BIN MOHAMAD YAAKUB" userId="5f5f9c1a-70e9-4026-b845-667d53078a67" providerId="ADAL" clId="{FB0A4625-5635-42D2-81C4-3227F1CAD932}" dt="2025-10-27T12:20:23.883" v="1524" actId="478"/>
          <ac:spMkLst>
            <pc:docMk/>
            <pc:sldMk cId="2009709565" sldId="391"/>
            <ac:spMk id="3" creationId="{469BD445-598E-8DEE-1E8E-A3D29454C164}"/>
          </ac:spMkLst>
        </pc:spChg>
        <pc:spChg chg="add del mod ord">
          <ac:chgData name="MUHAMMAD IRFAN NABYL BIN MOHAMAD YAAKUB" userId="5f5f9c1a-70e9-4026-b845-667d53078a67" providerId="ADAL" clId="{FB0A4625-5635-42D2-81C4-3227F1CAD932}" dt="2025-10-27T12:21:04.159" v="1533" actId="478"/>
          <ac:spMkLst>
            <pc:docMk/>
            <pc:sldMk cId="2009709565" sldId="391"/>
            <ac:spMk id="5" creationId="{D143A355-8979-E36E-D6C6-ACB38820EE43}"/>
          </ac:spMkLst>
        </pc:spChg>
        <pc:spChg chg="add mod">
          <ac:chgData name="MUHAMMAD IRFAN NABYL BIN MOHAMAD YAAKUB" userId="5f5f9c1a-70e9-4026-b845-667d53078a67" providerId="ADAL" clId="{FB0A4625-5635-42D2-81C4-3227F1CAD932}" dt="2025-10-27T12:40:18.520" v="1714" actId="13926"/>
          <ac:spMkLst>
            <pc:docMk/>
            <pc:sldMk cId="2009709565" sldId="391"/>
            <ac:spMk id="7" creationId="{FDD54460-864C-5AB4-FC0E-0475E73D9780}"/>
          </ac:spMkLst>
        </pc:spChg>
        <pc:spChg chg="del mod">
          <ac:chgData name="MUHAMMAD IRFAN NABYL BIN MOHAMAD YAAKUB" userId="5f5f9c1a-70e9-4026-b845-667d53078a67" providerId="ADAL" clId="{FB0A4625-5635-42D2-81C4-3227F1CAD932}" dt="2025-10-27T12:29:17.403" v="1549" actId="478"/>
          <ac:spMkLst>
            <pc:docMk/>
            <pc:sldMk cId="2009709565" sldId="391"/>
            <ac:spMk id="8" creationId="{B6DAE9B3-E1CC-66DB-6AFC-7F204C39C413}"/>
          </ac:spMkLst>
        </pc:spChg>
        <pc:spChg chg="mod">
          <ac:chgData name="MUHAMMAD IRFAN NABYL BIN MOHAMAD YAAKUB" userId="5f5f9c1a-70e9-4026-b845-667d53078a67" providerId="ADAL" clId="{FB0A4625-5635-42D2-81C4-3227F1CAD932}" dt="2025-10-27T12:39:55.807" v="1710" actId="20577"/>
          <ac:spMkLst>
            <pc:docMk/>
            <pc:sldMk cId="2009709565" sldId="391"/>
            <ac:spMk id="110" creationId="{B1107ACA-4CC9-C049-141F-885D717518F0}"/>
          </ac:spMkLst>
        </pc:spChg>
        <pc:picChg chg="del">
          <ac:chgData name="MUHAMMAD IRFAN NABYL BIN MOHAMAD YAAKUB" userId="5f5f9c1a-70e9-4026-b845-667d53078a67" providerId="ADAL" clId="{FB0A4625-5635-42D2-81C4-3227F1CAD932}" dt="2025-10-27T12:20:21.322" v="1522" actId="478"/>
          <ac:picMkLst>
            <pc:docMk/>
            <pc:sldMk cId="2009709565" sldId="391"/>
            <ac:picMk id="4" creationId="{E37ACFEB-D684-47B5-078E-8039D890C3C1}"/>
          </ac:picMkLst>
        </pc:picChg>
        <pc:picChg chg="add del mod">
          <ac:chgData name="MUHAMMAD IRFAN NABYL BIN MOHAMAD YAAKUB" userId="5f5f9c1a-70e9-4026-b845-667d53078a67" providerId="ADAL" clId="{FB0A4625-5635-42D2-81C4-3227F1CAD932}" dt="2025-10-27T12:32:04.438" v="1577" actId="478"/>
          <ac:picMkLst>
            <pc:docMk/>
            <pc:sldMk cId="2009709565" sldId="391"/>
            <ac:picMk id="10" creationId="{BD8854F1-E5FC-F949-A21B-C2778DB0366C}"/>
          </ac:picMkLst>
        </pc:picChg>
        <pc:picChg chg="add del">
          <ac:chgData name="MUHAMMAD IRFAN NABYL BIN MOHAMAD YAAKUB" userId="5f5f9c1a-70e9-4026-b845-667d53078a67" providerId="ADAL" clId="{FB0A4625-5635-42D2-81C4-3227F1CAD932}" dt="2025-10-27T12:31:55.570" v="1572" actId="22"/>
          <ac:picMkLst>
            <pc:docMk/>
            <pc:sldMk cId="2009709565" sldId="391"/>
            <ac:picMk id="12" creationId="{73C0F1EC-2984-10BD-6260-085EA11A8A21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2:32:05.661" v="1578" actId="1076"/>
          <ac:picMkLst>
            <pc:docMk/>
            <pc:sldMk cId="2009709565" sldId="391"/>
            <ac:picMk id="14" creationId="{3BA9FE7E-8E66-9457-0B81-47758D14B7BE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2:39:18.416" v="1703"/>
          <ac:picMkLst>
            <pc:docMk/>
            <pc:sldMk cId="2009709565" sldId="391"/>
            <ac:picMk id="15" creationId="{15700BE8-18BC-96DB-5540-B9FB30BC7AFC}"/>
          </ac:picMkLst>
        </pc:picChg>
        <pc:picChg chg="add del mod">
          <ac:chgData name="MUHAMMAD IRFAN NABYL BIN MOHAMAD YAAKUB" userId="5f5f9c1a-70e9-4026-b845-667d53078a67" providerId="ADAL" clId="{FB0A4625-5635-42D2-81C4-3227F1CAD932}" dt="2025-10-27T12:39:22.453" v="1707" actId="478"/>
          <ac:picMkLst>
            <pc:docMk/>
            <pc:sldMk cId="2009709565" sldId="391"/>
            <ac:picMk id="16" creationId="{A0A66F4D-CEFE-C5BC-F2C9-A732DD509944}"/>
          </ac:picMkLst>
        </pc:picChg>
        <pc:cxnChg chg="del">
          <ac:chgData name="MUHAMMAD IRFAN NABYL BIN MOHAMAD YAAKUB" userId="5f5f9c1a-70e9-4026-b845-667d53078a67" providerId="ADAL" clId="{FB0A4625-5635-42D2-81C4-3227F1CAD932}" dt="2025-10-27T12:20:22.174" v="1523" actId="478"/>
          <ac:cxnSpMkLst>
            <pc:docMk/>
            <pc:sldMk cId="2009709565" sldId="391"/>
            <ac:cxnSpMk id="6" creationId="{011DC5E2-2DDC-4A0D-21A9-D56D279CC9AB}"/>
          </ac:cxnSpMkLst>
        </pc:cxnChg>
      </pc:sldChg>
      <pc:sldChg chg="modSp add del mod">
        <pc:chgData name="MUHAMMAD IRFAN NABYL BIN MOHAMAD YAAKUB" userId="5f5f9c1a-70e9-4026-b845-667d53078a67" providerId="ADAL" clId="{FB0A4625-5635-42D2-81C4-3227F1CAD932}" dt="2025-10-27T12:20:16.420" v="1519" actId="47"/>
        <pc:sldMkLst>
          <pc:docMk/>
          <pc:sldMk cId="2346759474" sldId="391"/>
        </pc:sldMkLst>
        <pc:spChg chg="mod">
          <ac:chgData name="MUHAMMAD IRFAN NABYL BIN MOHAMAD YAAKUB" userId="5f5f9c1a-70e9-4026-b845-667d53078a67" providerId="ADAL" clId="{FB0A4625-5635-42D2-81C4-3227F1CAD932}" dt="2025-10-27T12:16:50.757" v="1518" actId="20577"/>
          <ac:spMkLst>
            <pc:docMk/>
            <pc:sldMk cId="2346759474" sldId="391"/>
            <ac:spMk id="110" creationId="{A3C14CEF-A2EB-90D2-216B-2D35C8D83135}"/>
          </ac:spMkLst>
        </pc:spChg>
      </pc:sldChg>
      <pc:sldChg chg="addSp delSp modSp add mod modTransition">
        <pc:chgData name="MUHAMMAD IRFAN NABYL BIN MOHAMAD YAAKUB" userId="5f5f9c1a-70e9-4026-b845-667d53078a67" providerId="ADAL" clId="{FB0A4625-5635-42D2-81C4-3227F1CAD932}" dt="2025-10-27T15:21:06.567" v="3751"/>
        <pc:sldMkLst>
          <pc:docMk/>
          <pc:sldMk cId="1408195677" sldId="392"/>
        </pc:sldMkLst>
        <pc:spChg chg="add mod">
          <ac:chgData name="MUHAMMAD IRFAN NABYL BIN MOHAMAD YAAKUB" userId="5f5f9c1a-70e9-4026-b845-667d53078a67" providerId="ADAL" clId="{FB0A4625-5635-42D2-81C4-3227F1CAD932}" dt="2025-10-27T15:20:49.823" v="3737"/>
          <ac:spMkLst>
            <pc:docMk/>
            <pc:sldMk cId="1408195677" sldId="392"/>
            <ac:spMk id="2" creationId="{BB621845-071C-35FB-7914-9E4E3DB34EB9}"/>
          </ac:spMkLst>
        </pc:spChg>
        <pc:spChg chg="mod">
          <ac:chgData name="MUHAMMAD IRFAN NABYL BIN MOHAMAD YAAKUB" userId="5f5f9c1a-70e9-4026-b845-667d53078a67" providerId="ADAL" clId="{FB0A4625-5635-42D2-81C4-3227F1CAD932}" dt="2025-10-27T12:35:47.483" v="1580" actId="13926"/>
          <ac:spMkLst>
            <pc:docMk/>
            <pc:sldMk cId="1408195677" sldId="392"/>
            <ac:spMk id="7" creationId="{F6BE34B3-A29D-A3C8-9F13-B6A08BA0C0F5}"/>
          </ac:spMkLst>
        </pc:spChg>
        <pc:spChg chg="mod">
          <ac:chgData name="MUHAMMAD IRFAN NABYL BIN MOHAMAD YAAKUB" userId="5f5f9c1a-70e9-4026-b845-667d53078a67" providerId="ADAL" clId="{FB0A4625-5635-42D2-81C4-3227F1CAD932}" dt="2025-10-27T13:38:14.085" v="2109" actId="20577"/>
          <ac:spMkLst>
            <pc:docMk/>
            <pc:sldMk cId="1408195677" sldId="392"/>
            <ac:spMk id="110" creationId="{6CB55E44-6EAD-9C38-4D6B-E0AD28A3DEE9}"/>
          </ac:spMkLst>
        </pc:spChg>
        <pc:picChg chg="add del">
          <ac:chgData name="MUHAMMAD IRFAN NABYL BIN MOHAMAD YAAKUB" userId="5f5f9c1a-70e9-4026-b845-667d53078a67" providerId="ADAL" clId="{FB0A4625-5635-42D2-81C4-3227F1CAD932}" dt="2025-10-27T12:30:38.051" v="1555" actId="22"/>
          <ac:picMkLst>
            <pc:docMk/>
            <pc:sldMk cId="1408195677" sldId="392"/>
            <ac:picMk id="3" creationId="{C44B0408-0601-CC54-4927-FA6DAA6BD694}"/>
          </ac:picMkLst>
        </pc:picChg>
        <pc:picChg chg="add del">
          <ac:chgData name="MUHAMMAD IRFAN NABYL BIN MOHAMAD YAAKUB" userId="5f5f9c1a-70e9-4026-b845-667d53078a67" providerId="ADAL" clId="{FB0A4625-5635-42D2-81C4-3227F1CAD932}" dt="2025-10-27T12:30:55.859" v="1559" actId="22"/>
          <ac:picMkLst>
            <pc:docMk/>
            <pc:sldMk cId="1408195677" sldId="392"/>
            <ac:picMk id="5" creationId="{527D8044-44DB-29DB-B9E0-74A72DD496DE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2:30:55.401" v="1558" actId="571"/>
          <ac:picMkLst>
            <pc:docMk/>
            <pc:sldMk cId="1408195677" sldId="392"/>
            <ac:picMk id="6" creationId="{CE092BDB-A023-9B18-9064-AF0FD72404E2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2:31:28.072" v="1570" actId="1076"/>
          <ac:picMkLst>
            <pc:docMk/>
            <pc:sldMk cId="1408195677" sldId="392"/>
            <ac:picMk id="9" creationId="{3896FB8A-DA1F-41FE-B62C-356928EC3392}"/>
          </ac:picMkLst>
        </pc:picChg>
        <pc:picChg chg="del mod">
          <ac:chgData name="MUHAMMAD IRFAN NABYL BIN MOHAMAD YAAKUB" userId="5f5f9c1a-70e9-4026-b845-667d53078a67" providerId="ADAL" clId="{FB0A4625-5635-42D2-81C4-3227F1CAD932}" dt="2025-10-27T12:31:26.042" v="1569" actId="478"/>
          <ac:picMkLst>
            <pc:docMk/>
            <pc:sldMk cId="1408195677" sldId="392"/>
            <ac:picMk id="10" creationId="{886A6653-7C35-8321-F337-32F5924C5B1C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2:39:21.021" v="1706"/>
          <ac:picMkLst>
            <pc:docMk/>
            <pc:sldMk cId="1408195677" sldId="392"/>
            <ac:picMk id="11" creationId="{66B4A2C8-C18B-DE26-6402-BAA00454D01C}"/>
          </ac:picMkLst>
        </pc:picChg>
      </pc:sldChg>
      <pc:sldChg chg="addSp delSp modSp add mod modTransition">
        <pc:chgData name="MUHAMMAD IRFAN NABYL BIN MOHAMAD YAAKUB" userId="5f5f9c1a-70e9-4026-b845-667d53078a67" providerId="ADAL" clId="{FB0A4625-5635-42D2-81C4-3227F1CAD932}" dt="2025-10-27T15:21:06.567" v="3751"/>
        <pc:sldMkLst>
          <pc:docMk/>
          <pc:sldMk cId="465582075" sldId="393"/>
        </pc:sldMkLst>
        <pc:spChg chg="add mod">
          <ac:chgData name="MUHAMMAD IRFAN NABYL BIN MOHAMAD YAAKUB" userId="5f5f9c1a-70e9-4026-b845-667d53078a67" providerId="ADAL" clId="{FB0A4625-5635-42D2-81C4-3227F1CAD932}" dt="2025-10-27T15:20:50.220" v="3738"/>
          <ac:spMkLst>
            <pc:docMk/>
            <pc:sldMk cId="465582075" sldId="393"/>
            <ac:spMk id="2" creationId="{D38B8E96-3F78-0DB0-8F27-1D7C839EF630}"/>
          </ac:spMkLst>
        </pc:spChg>
        <pc:spChg chg="del mod">
          <ac:chgData name="MUHAMMAD IRFAN NABYL BIN MOHAMAD YAAKUB" userId="5f5f9c1a-70e9-4026-b845-667d53078a67" providerId="ADAL" clId="{FB0A4625-5635-42D2-81C4-3227F1CAD932}" dt="2025-10-27T12:54:30.062" v="1848" actId="478"/>
          <ac:spMkLst>
            <pc:docMk/>
            <pc:sldMk cId="465582075" sldId="393"/>
            <ac:spMk id="3" creationId="{133767CC-029B-67BB-7AF6-AA1B265EEC43}"/>
          </ac:spMkLst>
        </pc:spChg>
        <pc:spChg chg="del mod">
          <ac:chgData name="MUHAMMAD IRFAN NABYL BIN MOHAMAD YAAKUB" userId="5f5f9c1a-70e9-4026-b845-667d53078a67" providerId="ADAL" clId="{FB0A4625-5635-42D2-81C4-3227F1CAD932}" dt="2025-10-27T12:44:44.821" v="1755" actId="478"/>
          <ac:spMkLst>
            <pc:docMk/>
            <pc:sldMk cId="465582075" sldId="393"/>
            <ac:spMk id="8" creationId="{ADC6E3D4-0906-C5E3-9F88-E92BA1D53320}"/>
          </ac:spMkLst>
        </pc:spChg>
        <pc:spChg chg="add del mod">
          <ac:chgData name="MUHAMMAD IRFAN NABYL BIN MOHAMAD YAAKUB" userId="5f5f9c1a-70e9-4026-b845-667d53078a67" providerId="ADAL" clId="{FB0A4625-5635-42D2-81C4-3227F1CAD932}" dt="2025-10-27T12:45:37.755" v="1771" actId="11529"/>
          <ac:spMkLst>
            <pc:docMk/>
            <pc:sldMk cId="465582075" sldId="393"/>
            <ac:spMk id="9" creationId="{65A93BB4-070D-9918-2955-FAA9512AEFD0}"/>
          </ac:spMkLst>
        </pc:spChg>
        <pc:spChg chg="add mod">
          <ac:chgData name="MUHAMMAD IRFAN NABYL BIN MOHAMAD YAAKUB" userId="5f5f9c1a-70e9-4026-b845-667d53078a67" providerId="ADAL" clId="{FB0A4625-5635-42D2-81C4-3227F1CAD932}" dt="2025-10-27T13:22:11.406" v="2060" actId="164"/>
          <ac:spMkLst>
            <pc:docMk/>
            <pc:sldMk cId="465582075" sldId="393"/>
            <ac:spMk id="10" creationId="{74F2211D-F7D3-DA0F-A4A4-33F566732E2D}"/>
          </ac:spMkLst>
        </pc:spChg>
        <pc:spChg chg="add mod">
          <ac:chgData name="MUHAMMAD IRFAN NABYL BIN MOHAMAD YAAKUB" userId="5f5f9c1a-70e9-4026-b845-667d53078a67" providerId="ADAL" clId="{FB0A4625-5635-42D2-81C4-3227F1CAD932}" dt="2025-10-27T13:22:12.938" v="2061" actId="164"/>
          <ac:spMkLst>
            <pc:docMk/>
            <pc:sldMk cId="465582075" sldId="393"/>
            <ac:spMk id="14" creationId="{933C35D7-FA40-3707-C3C4-7494635A9F84}"/>
          </ac:spMkLst>
        </pc:spChg>
        <pc:spChg chg="add del mod">
          <ac:chgData name="MUHAMMAD IRFAN NABYL BIN MOHAMAD YAAKUB" userId="5f5f9c1a-70e9-4026-b845-667d53078a67" providerId="ADAL" clId="{FB0A4625-5635-42D2-81C4-3227F1CAD932}" dt="2025-10-27T12:54:34.616" v="1849" actId="478"/>
          <ac:spMkLst>
            <pc:docMk/>
            <pc:sldMk cId="465582075" sldId="393"/>
            <ac:spMk id="16" creationId="{936D1D89-59BB-EBD5-3BF6-8D4CBE36D8AE}"/>
          </ac:spMkLst>
        </pc:spChg>
        <pc:spChg chg="add mod ord">
          <ac:chgData name="MUHAMMAD IRFAN NABYL BIN MOHAMAD YAAKUB" userId="5f5f9c1a-70e9-4026-b845-667d53078a67" providerId="ADAL" clId="{FB0A4625-5635-42D2-81C4-3227F1CAD932}" dt="2025-10-27T13:20:35.542" v="2044" actId="20577"/>
          <ac:spMkLst>
            <pc:docMk/>
            <pc:sldMk cId="465582075" sldId="393"/>
            <ac:spMk id="17" creationId="{496AB7DE-E1BA-6A47-205D-C687478CB23B}"/>
          </ac:spMkLst>
        </pc:spChg>
        <pc:spChg chg="mod">
          <ac:chgData name="MUHAMMAD IRFAN NABYL BIN MOHAMAD YAAKUB" userId="5f5f9c1a-70e9-4026-b845-667d53078a67" providerId="ADAL" clId="{FB0A4625-5635-42D2-81C4-3227F1CAD932}" dt="2025-10-27T13:38:16.498" v="2110" actId="20577"/>
          <ac:spMkLst>
            <pc:docMk/>
            <pc:sldMk cId="465582075" sldId="393"/>
            <ac:spMk id="110" creationId="{969E14A1-007B-D971-A4D6-7AAE8AE4DFCF}"/>
          </ac:spMkLst>
        </pc:spChg>
        <pc:grpChg chg="add mod">
          <ac:chgData name="MUHAMMAD IRFAN NABYL BIN MOHAMAD YAAKUB" userId="5f5f9c1a-70e9-4026-b845-667d53078a67" providerId="ADAL" clId="{FB0A4625-5635-42D2-81C4-3227F1CAD932}" dt="2025-10-27T13:22:25.122" v="2063" actId="1076"/>
          <ac:grpSpMkLst>
            <pc:docMk/>
            <pc:sldMk cId="465582075" sldId="393"/>
            <ac:grpSpMk id="18" creationId="{5B7B09AB-AF26-772D-EB60-D7258C6814C2}"/>
          </ac:grpSpMkLst>
        </pc:grpChg>
        <pc:grpChg chg="add mod">
          <ac:chgData name="MUHAMMAD IRFAN NABYL BIN MOHAMAD YAAKUB" userId="5f5f9c1a-70e9-4026-b845-667d53078a67" providerId="ADAL" clId="{FB0A4625-5635-42D2-81C4-3227F1CAD932}" dt="2025-10-27T13:22:25.122" v="2063" actId="1076"/>
          <ac:grpSpMkLst>
            <pc:docMk/>
            <pc:sldMk cId="465582075" sldId="393"/>
            <ac:grpSpMk id="19" creationId="{A69D2532-1A7C-5749-55C8-DFD043BA8191}"/>
          </ac:grpSpMkLst>
        </pc:grpChg>
        <pc:picChg chg="del">
          <ac:chgData name="MUHAMMAD IRFAN NABYL BIN MOHAMAD YAAKUB" userId="5f5f9c1a-70e9-4026-b845-667d53078a67" providerId="ADAL" clId="{FB0A4625-5635-42D2-81C4-3227F1CAD932}" dt="2025-10-27T12:43:13.237" v="1718" actId="478"/>
          <ac:picMkLst>
            <pc:docMk/>
            <pc:sldMk cId="465582075" sldId="393"/>
            <ac:picMk id="4" creationId="{48CBDEAD-B408-19FD-CB66-00F831024E05}"/>
          </ac:picMkLst>
        </pc:picChg>
        <pc:picChg chg="add del mod">
          <ac:chgData name="MUHAMMAD IRFAN NABYL BIN MOHAMAD YAAKUB" userId="5f5f9c1a-70e9-4026-b845-667d53078a67" providerId="ADAL" clId="{FB0A4625-5635-42D2-81C4-3227F1CAD932}" dt="2025-10-27T12:47:07.145" v="1805" actId="478"/>
          <ac:picMkLst>
            <pc:docMk/>
            <pc:sldMk cId="465582075" sldId="393"/>
            <ac:picMk id="5" creationId="{993E2C22-15D2-CB6C-D380-E9961F2EFBC7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3:22:11.406" v="2060" actId="164"/>
          <ac:picMkLst>
            <pc:docMk/>
            <pc:sldMk cId="465582075" sldId="393"/>
            <ac:picMk id="7" creationId="{E39618C4-FBA0-56C5-48B4-ADF918532557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3:22:12.938" v="2061" actId="164"/>
          <ac:picMkLst>
            <pc:docMk/>
            <pc:sldMk cId="465582075" sldId="393"/>
            <ac:picMk id="13" creationId="{1B371638-B1ED-B42C-B811-9B40804F3896}"/>
          </ac:picMkLst>
        </pc:picChg>
        <pc:cxnChg chg="del">
          <ac:chgData name="MUHAMMAD IRFAN NABYL BIN MOHAMAD YAAKUB" userId="5f5f9c1a-70e9-4026-b845-667d53078a67" providerId="ADAL" clId="{FB0A4625-5635-42D2-81C4-3227F1CAD932}" dt="2025-10-27T12:43:10.710" v="1717" actId="478"/>
          <ac:cxnSpMkLst>
            <pc:docMk/>
            <pc:sldMk cId="465582075" sldId="393"/>
            <ac:cxnSpMk id="6" creationId="{4DF0A076-FD6E-EC5E-FC3A-6B00E4F4AB3B}"/>
          </ac:cxnSpMkLst>
        </pc:cxnChg>
      </pc:sldChg>
      <pc:sldChg chg="addSp delSp modSp new mod modTransition">
        <pc:chgData name="MUHAMMAD IRFAN NABYL BIN MOHAMAD YAAKUB" userId="5f5f9c1a-70e9-4026-b845-667d53078a67" providerId="ADAL" clId="{FB0A4625-5635-42D2-81C4-3227F1CAD932}" dt="2025-10-27T15:29:46.974" v="3868" actId="14100"/>
        <pc:sldMkLst>
          <pc:docMk/>
          <pc:sldMk cId="2045763687" sldId="394"/>
        </pc:sldMkLst>
        <pc:spChg chg="mod">
          <ac:chgData name="MUHAMMAD IRFAN NABYL BIN MOHAMAD YAAKUB" userId="5f5f9c1a-70e9-4026-b845-667d53078a67" providerId="ADAL" clId="{FB0A4625-5635-42D2-81C4-3227F1CAD932}" dt="2025-10-27T13:38:21.059" v="2113" actId="20577"/>
          <ac:spMkLst>
            <pc:docMk/>
            <pc:sldMk cId="2045763687" sldId="394"/>
            <ac:spMk id="2" creationId="{7760852A-043D-C5F7-6857-81DEB4615400}"/>
          </ac:spMkLst>
        </pc:spChg>
        <pc:spChg chg="add mod">
          <ac:chgData name="MUHAMMAD IRFAN NABYL BIN MOHAMAD YAAKUB" userId="5f5f9c1a-70e9-4026-b845-667d53078a67" providerId="ADAL" clId="{FB0A4625-5635-42D2-81C4-3227F1CAD932}" dt="2025-10-27T15:20:52.283" v="3741"/>
          <ac:spMkLst>
            <pc:docMk/>
            <pc:sldMk cId="2045763687" sldId="394"/>
            <ac:spMk id="3" creationId="{105D36C7-DDFE-DBE1-864E-A01A2E84F42F}"/>
          </ac:spMkLst>
        </pc:spChg>
        <pc:spChg chg="del mod">
          <ac:chgData name="MUHAMMAD IRFAN NABYL BIN MOHAMAD YAAKUB" userId="5f5f9c1a-70e9-4026-b845-667d53078a67" providerId="ADAL" clId="{FB0A4625-5635-42D2-81C4-3227F1CAD932}" dt="2025-10-27T13:38:42.509" v="2114" actId="478"/>
          <ac:spMkLst>
            <pc:docMk/>
            <pc:sldMk cId="2045763687" sldId="394"/>
            <ac:spMk id="3" creationId="{655CDDB0-B92A-D500-6F3D-10FF76B606F6}"/>
          </ac:spMkLst>
        </pc:spChg>
        <pc:spChg chg="add mod">
          <ac:chgData name="MUHAMMAD IRFAN NABYL BIN MOHAMAD YAAKUB" userId="5f5f9c1a-70e9-4026-b845-667d53078a67" providerId="ADAL" clId="{FB0A4625-5635-42D2-81C4-3227F1CAD932}" dt="2025-10-27T15:20:52.744" v="3742"/>
          <ac:spMkLst>
            <pc:docMk/>
            <pc:sldMk cId="2045763687" sldId="394"/>
            <ac:spMk id="5" creationId="{E0FB7F98-79B7-CAF9-3E85-415DFA3DCAED}"/>
          </ac:spMkLst>
        </pc:spChg>
        <pc:spChg chg="add mod">
          <ac:chgData name="MUHAMMAD IRFAN NABYL BIN MOHAMAD YAAKUB" userId="5f5f9c1a-70e9-4026-b845-667d53078a67" providerId="ADAL" clId="{FB0A4625-5635-42D2-81C4-3227F1CAD932}" dt="2025-10-27T15:27:54.428" v="3845" actId="20577"/>
          <ac:spMkLst>
            <pc:docMk/>
            <pc:sldMk cId="2045763687" sldId="394"/>
            <ac:spMk id="8" creationId="{B8885A7A-B207-6E6E-7125-1FF34923E2BC}"/>
          </ac:spMkLst>
        </pc:spChg>
        <pc:spChg chg="add mod">
          <ac:chgData name="MUHAMMAD IRFAN NABYL BIN MOHAMAD YAAKUB" userId="5f5f9c1a-70e9-4026-b845-667d53078a67" providerId="ADAL" clId="{FB0A4625-5635-42D2-81C4-3227F1CAD932}" dt="2025-10-27T15:28:55.361" v="3852" actId="14100"/>
          <ac:spMkLst>
            <pc:docMk/>
            <pc:sldMk cId="2045763687" sldId="394"/>
            <ac:spMk id="9" creationId="{F558C6A9-3070-B5BF-5654-7CB6E1347A0A}"/>
          </ac:spMkLst>
        </pc:spChg>
        <pc:spChg chg="add mod">
          <ac:chgData name="MUHAMMAD IRFAN NABYL BIN MOHAMAD YAAKUB" userId="5f5f9c1a-70e9-4026-b845-667d53078a67" providerId="ADAL" clId="{FB0A4625-5635-42D2-81C4-3227F1CAD932}" dt="2025-10-27T15:29:06.749" v="3856" actId="14100"/>
          <ac:spMkLst>
            <pc:docMk/>
            <pc:sldMk cId="2045763687" sldId="394"/>
            <ac:spMk id="11" creationId="{2381F11B-D5D7-126B-409A-AA9BA69F3750}"/>
          </ac:spMkLst>
        </pc:spChg>
        <pc:spChg chg="add mod">
          <ac:chgData name="MUHAMMAD IRFAN NABYL BIN MOHAMAD YAAKUB" userId="5f5f9c1a-70e9-4026-b845-667d53078a67" providerId="ADAL" clId="{FB0A4625-5635-42D2-81C4-3227F1CAD932}" dt="2025-10-27T15:29:10.500" v="3858" actId="1076"/>
          <ac:spMkLst>
            <pc:docMk/>
            <pc:sldMk cId="2045763687" sldId="394"/>
            <ac:spMk id="12" creationId="{0B243F06-064E-094E-5F8B-0D6D5FC3F074}"/>
          </ac:spMkLst>
        </pc:spChg>
        <pc:picChg chg="add del mod">
          <ac:chgData name="MUHAMMAD IRFAN NABYL BIN MOHAMAD YAAKUB" userId="5f5f9c1a-70e9-4026-b845-667d53078a67" providerId="ADAL" clId="{FB0A4625-5635-42D2-81C4-3227F1CAD932}" dt="2025-10-27T12:48:42.897" v="1822" actId="478"/>
          <ac:picMkLst>
            <pc:docMk/>
            <pc:sldMk cId="2045763687" sldId="394"/>
            <ac:picMk id="6" creationId="{00B223A6-76DD-0C81-CDF5-7A074479301C}"/>
          </ac:picMkLst>
        </pc:picChg>
        <pc:picChg chg="add del mod">
          <ac:chgData name="MUHAMMAD IRFAN NABYL BIN MOHAMAD YAAKUB" userId="5f5f9c1a-70e9-4026-b845-667d53078a67" providerId="ADAL" clId="{FB0A4625-5635-42D2-81C4-3227F1CAD932}" dt="2025-10-27T15:24:15.771" v="3757" actId="478"/>
          <ac:picMkLst>
            <pc:docMk/>
            <pc:sldMk cId="2045763687" sldId="394"/>
            <ac:picMk id="7" creationId="{071D52FB-75EF-A0EF-F4F6-3DE5B9EC0A35}"/>
          </ac:picMkLst>
        </pc:picChg>
        <pc:picChg chg="add del">
          <ac:chgData name="MUHAMMAD IRFAN NABYL BIN MOHAMAD YAAKUB" userId="5f5f9c1a-70e9-4026-b845-667d53078a67" providerId="ADAL" clId="{FB0A4625-5635-42D2-81C4-3227F1CAD932}" dt="2025-10-27T13:18:44.505" v="1973" actId="22"/>
          <ac:picMkLst>
            <pc:docMk/>
            <pc:sldMk cId="2045763687" sldId="394"/>
            <ac:picMk id="8" creationId="{FBC1C1BE-26EE-FEEE-9D3B-306DA8CFA00A}"/>
          </ac:picMkLst>
        </pc:picChg>
        <pc:picChg chg="add mod modCrop">
          <ac:chgData name="MUHAMMAD IRFAN NABYL BIN MOHAMAD YAAKUB" userId="5f5f9c1a-70e9-4026-b845-667d53078a67" providerId="ADAL" clId="{FB0A4625-5635-42D2-81C4-3227F1CAD932}" dt="2025-10-27T15:28:17.477" v="3848" actId="1076"/>
          <ac:picMkLst>
            <pc:docMk/>
            <pc:sldMk cId="2045763687" sldId="394"/>
            <ac:picMk id="10" creationId="{BB7D0F07-176E-AD89-4A27-D1AE0DB3B61F}"/>
          </ac:picMkLst>
        </pc:picChg>
        <pc:cxnChg chg="add mod">
          <ac:chgData name="MUHAMMAD IRFAN NABYL BIN MOHAMAD YAAKUB" userId="5f5f9c1a-70e9-4026-b845-667d53078a67" providerId="ADAL" clId="{FB0A4625-5635-42D2-81C4-3227F1CAD932}" dt="2025-10-27T15:29:31.604" v="3862" actId="14100"/>
          <ac:cxnSpMkLst>
            <pc:docMk/>
            <pc:sldMk cId="2045763687" sldId="394"/>
            <ac:cxnSpMk id="14" creationId="{7E44373F-78EB-E518-4691-53DC1FD8FCBB}"/>
          </ac:cxnSpMkLst>
        </pc:cxnChg>
        <pc:cxnChg chg="add mod">
          <ac:chgData name="MUHAMMAD IRFAN NABYL BIN MOHAMAD YAAKUB" userId="5f5f9c1a-70e9-4026-b845-667d53078a67" providerId="ADAL" clId="{FB0A4625-5635-42D2-81C4-3227F1CAD932}" dt="2025-10-27T15:29:42.771" v="3867" actId="14100"/>
          <ac:cxnSpMkLst>
            <pc:docMk/>
            <pc:sldMk cId="2045763687" sldId="394"/>
            <ac:cxnSpMk id="17" creationId="{B78E63B8-F823-6E73-1593-ED939B742111}"/>
          </ac:cxnSpMkLst>
        </pc:cxnChg>
        <pc:cxnChg chg="add mod">
          <ac:chgData name="MUHAMMAD IRFAN NABYL BIN MOHAMAD YAAKUB" userId="5f5f9c1a-70e9-4026-b845-667d53078a67" providerId="ADAL" clId="{FB0A4625-5635-42D2-81C4-3227F1CAD932}" dt="2025-10-27T15:29:46.974" v="3868" actId="14100"/>
          <ac:cxnSpMkLst>
            <pc:docMk/>
            <pc:sldMk cId="2045763687" sldId="394"/>
            <ac:cxnSpMk id="19" creationId="{6BEE7CDF-D118-BA46-4C56-E5346C535C32}"/>
          </ac:cxnSpMkLst>
        </pc:cxnChg>
      </pc:sldChg>
      <pc:sldChg chg="addSp delSp modSp add mod modTransition">
        <pc:chgData name="MUHAMMAD IRFAN NABYL BIN MOHAMAD YAAKUB" userId="5f5f9c1a-70e9-4026-b845-667d53078a67" providerId="ADAL" clId="{FB0A4625-5635-42D2-81C4-3227F1CAD932}" dt="2025-10-27T15:21:06.567" v="3751"/>
        <pc:sldMkLst>
          <pc:docMk/>
          <pc:sldMk cId="2543527747" sldId="395"/>
        </pc:sldMkLst>
        <pc:spChg chg="add mod">
          <ac:chgData name="MUHAMMAD IRFAN NABYL BIN MOHAMAD YAAKUB" userId="5f5f9c1a-70e9-4026-b845-667d53078a67" providerId="ADAL" clId="{FB0A4625-5635-42D2-81C4-3227F1CAD932}" dt="2025-10-27T15:20:50.637" v="3739"/>
          <ac:spMkLst>
            <pc:docMk/>
            <pc:sldMk cId="2543527747" sldId="395"/>
            <ac:spMk id="2" creationId="{F49FA889-51EC-0158-0C5B-A54DAD5405E5}"/>
          </ac:spMkLst>
        </pc:spChg>
        <pc:spChg chg="del">
          <ac:chgData name="MUHAMMAD IRFAN NABYL BIN MOHAMAD YAAKUB" userId="5f5f9c1a-70e9-4026-b845-667d53078a67" providerId="ADAL" clId="{FB0A4625-5635-42D2-81C4-3227F1CAD932}" dt="2025-10-27T13:21:06.296" v="2051" actId="478"/>
          <ac:spMkLst>
            <pc:docMk/>
            <pc:sldMk cId="2543527747" sldId="395"/>
            <ac:spMk id="3" creationId="{508070FF-B041-EA5A-D380-1537A4A93AF1}"/>
          </ac:spMkLst>
        </pc:spChg>
        <pc:spChg chg="add del mod">
          <ac:chgData name="MUHAMMAD IRFAN NABYL BIN MOHAMAD YAAKUB" userId="5f5f9c1a-70e9-4026-b845-667d53078a67" providerId="ADAL" clId="{FB0A4625-5635-42D2-81C4-3227F1CAD932}" dt="2025-10-27T13:10:38.978" v="1878" actId="478"/>
          <ac:spMkLst>
            <pc:docMk/>
            <pc:sldMk cId="2543527747" sldId="395"/>
            <ac:spMk id="8" creationId="{D92C3705-9C67-4D05-AAA2-37191FDCA1AD}"/>
          </ac:spMkLst>
        </pc:spChg>
        <pc:spChg chg="add mod">
          <ac:chgData name="MUHAMMAD IRFAN NABYL BIN MOHAMAD YAAKUB" userId="5f5f9c1a-70e9-4026-b845-667d53078a67" providerId="ADAL" clId="{FB0A4625-5635-42D2-81C4-3227F1CAD932}" dt="2025-10-27T13:23:58.456" v="2067" actId="164"/>
          <ac:spMkLst>
            <pc:docMk/>
            <pc:sldMk cId="2543527747" sldId="395"/>
            <ac:spMk id="9" creationId="{7CF6868C-F02D-A9C7-E799-EDD1EF3D6F33}"/>
          </ac:spMkLst>
        </pc:spChg>
        <pc:spChg chg="mod">
          <ac:chgData name="MUHAMMAD IRFAN NABYL BIN MOHAMAD YAAKUB" userId="5f5f9c1a-70e9-4026-b845-667d53078a67" providerId="ADAL" clId="{FB0A4625-5635-42D2-81C4-3227F1CAD932}" dt="2025-10-27T13:21:49.344" v="2057" actId="1076"/>
          <ac:spMkLst>
            <pc:docMk/>
            <pc:sldMk cId="2543527747" sldId="395"/>
            <ac:spMk id="10" creationId="{6A6347D8-25A2-6494-27F6-BB9836BD0797}"/>
          </ac:spMkLst>
        </pc:spChg>
        <pc:spChg chg="add mod">
          <ac:chgData name="MUHAMMAD IRFAN NABYL BIN MOHAMAD YAAKUB" userId="5f5f9c1a-70e9-4026-b845-667d53078a67" providerId="ADAL" clId="{FB0A4625-5635-42D2-81C4-3227F1CAD932}" dt="2025-10-27T13:23:56.115" v="2066" actId="164"/>
          <ac:spMkLst>
            <pc:docMk/>
            <pc:sldMk cId="2543527747" sldId="395"/>
            <ac:spMk id="12" creationId="{4E4C748C-9635-2E39-BFDF-8AB2EC8735F3}"/>
          </ac:spMkLst>
        </pc:spChg>
        <pc:spChg chg="mod">
          <ac:chgData name="MUHAMMAD IRFAN NABYL BIN MOHAMAD YAAKUB" userId="5f5f9c1a-70e9-4026-b845-667d53078a67" providerId="ADAL" clId="{FB0A4625-5635-42D2-81C4-3227F1CAD932}" dt="2025-10-27T13:21:33.017" v="2055" actId="164"/>
          <ac:spMkLst>
            <pc:docMk/>
            <pc:sldMk cId="2543527747" sldId="395"/>
            <ac:spMk id="14" creationId="{2F9382F0-54E9-6BF2-5207-B8C9B7A9F7A8}"/>
          </ac:spMkLst>
        </pc:spChg>
        <pc:spChg chg="add mod">
          <ac:chgData name="MUHAMMAD IRFAN NABYL BIN MOHAMAD YAAKUB" userId="5f5f9c1a-70e9-4026-b845-667d53078a67" providerId="ADAL" clId="{FB0A4625-5635-42D2-81C4-3227F1CAD932}" dt="2025-10-27T13:23:58.456" v="2067" actId="164"/>
          <ac:spMkLst>
            <pc:docMk/>
            <pc:sldMk cId="2543527747" sldId="395"/>
            <ac:spMk id="17" creationId="{6C8F830B-FCC8-B834-E53D-CC017F9CD911}"/>
          </ac:spMkLst>
        </pc:spChg>
        <pc:spChg chg="add mod">
          <ac:chgData name="MUHAMMAD IRFAN NABYL BIN MOHAMAD YAAKUB" userId="5f5f9c1a-70e9-4026-b845-667d53078a67" providerId="ADAL" clId="{FB0A4625-5635-42D2-81C4-3227F1CAD932}" dt="2025-10-27T13:23:56.115" v="2066" actId="164"/>
          <ac:spMkLst>
            <pc:docMk/>
            <pc:sldMk cId="2543527747" sldId="395"/>
            <ac:spMk id="18" creationId="{A97C5484-D8FB-1C8C-F6A4-DAC1FB35DAEA}"/>
          </ac:spMkLst>
        </pc:spChg>
        <pc:spChg chg="add mod ord">
          <ac:chgData name="MUHAMMAD IRFAN NABYL BIN MOHAMAD YAAKUB" userId="5f5f9c1a-70e9-4026-b845-667d53078a67" providerId="ADAL" clId="{FB0A4625-5635-42D2-81C4-3227F1CAD932}" dt="2025-10-27T13:21:13.410" v="2052" actId="167"/>
          <ac:spMkLst>
            <pc:docMk/>
            <pc:sldMk cId="2543527747" sldId="395"/>
            <ac:spMk id="20" creationId="{33A9C1BD-DCA7-4AA8-6D87-540C76CBE4B1}"/>
          </ac:spMkLst>
        </pc:spChg>
        <pc:spChg chg="mod">
          <ac:chgData name="MUHAMMAD IRFAN NABYL BIN MOHAMAD YAAKUB" userId="5f5f9c1a-70e9-4026-b845-667d53078a67" providerId="ADAL" clId="{FB0A4625-5635-42D2-81C4-3227F1CAD932}" dt="2025-10-27T13:38:18.391" v="2111" actId="20577"/>
          <ac:spMkLst>
            <pc:docMk/>
            <pc:sldMk cId="2543527747" sldId="395"/>
            <ac:spMk id="110" creationId="{78F8BA66-D0E2-A609-87CE-63D0EC046CBC}"/>
          </ac:spMkLst>
        </pc:spChg>
        <pc:grpChg chg="add mod">
          <ac:chgData name="MUHAMMAD IRFAN NABYL BIN MOHAMAD YAAKUB" userId="5f5f9c1a-70e9-4026-b845-667d53078a67" providerId="ADAL" clId="{FB0A4625-5635-42D2-81C4-3227F1CAD932}" dt="2025-10-27T13:21:53.218" v="2058" actId="1076"/>
          <ac:grpSpMkLst>
            <pc:docMk/>
            <pc:sldMk cId="2543527747" sldId="395"/>
            <ac:grpSpMk id="21" creationId="{6B291793-D9A2-9E77-467F-478315FF3227}"/>
          </ac:grpSpMkLst>
        </pc:grpChg>
        <pc:grpChg chg="add mod">
          <ac:chgData name="MUHAMMAD IRFAN NABYL BIN MOHAMAD YAAKUB" userId="5f5f9c1a-70e9-4026-b845-667d53078a67" providerId="ADAL" clId="{FB0A4625-5635-42D2-81C4-3227F1CAD932}" dt="2025-10-27T13:22:01.404" v="2059" actId="1076"/>
          <ac:grpSpMkLst>
            <pc:docMk/>
            <pc:sldMk cId="2543527747" sldId="395"/>
            <ac:grpSpMk id="22" creationId="{7D5151E1-C155-EC8A-15B2-1A11F50066F6}"/>
          </ac:grpSpMkLst>
        </pc:grpChg>
        <pc:grpChg chg="add mod">
          <ac:chgData name="MUHAMMAD IRFAN NABYL BIN MOHAMAD YAAKUB" userId="5f5f9c1a-70e9-4026-b845-667d53078a67" providerId="ADAL" clId="{FB0A4625-5635-42D2-81C4-3227F1CAD932}" dt="2025-10-27T13:23:56.115" v="2066" actId="164"/>
          <ac:grpSpMkLst>
            <pc:docMk/>
            <pc:sldMk cId="2543527747" sldId="395"/>
            <ac:grpSpMk id="23" creationId="{ACBF27C3-6082-47D0-3FB0-397FAC31F07C}"/>
          </ac:grpSpMkLst>
        </pc:grpChg>
        <pc:grpChg chg="add mod">
          <ac:chgData name="MUHAMMAD IRFAN NABYL BIN MOHAMAD YAAKUB" userId="5f5f9c1a-70e9-4026-b845-667d53078a67" providerId="ADAL" clId="{FB0A4625-5635-42D2-81C4-3227F1CAD932}" dt="2025-10-27T13:23:58.456" v="2067" actId="164"/>
          <ac:grpSpMkLst>
            <pc:docMk/>
            <pc:sldMk cId="2543527747" sldId="395"/>
            <ac:grpSpMk id="24" creationId="{7FA2C8F9-4A49-E467-CA47-E6CEA542927A}"/>
          </ac:grpSpMkLst>
        </pc:grpChg>
        <pc:picChg chg="add del">
          <ac:chgData name="MUHAMMAD IRFAN NABYL BIN MOHAMAD YAAKUB" userId="5f5f9c1a-70e9-4026-b845-667d53078a67" providerId="ADAL" clId="{FB0A4625-5635-42D2-81C4-3227F1CAD932}" dt="2025-10-27T12:50:11.649" v="1846" actId="21"/>
          <ac:picMkLst>
            <pc:docMk/>
            <pc:sldMk cId="2543527747" sldId="395"/>
            <ac:picMk id="4" creationId="{19BED875-366E-0ADB-D5C6-505D6665DCAA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3:21:33.017" v="2055" actId="164"/>
          <ac:picMkLst>
            <pc:docMk/>
            <pc:sldMk cId="2543527747" sldId="395"/>
            <ac:picMk id="6" creationId="{E06754AF-2CBD-B35F-FE5B-3098D6C19474}"/>
          </ac:picMkLst>
        </pc:picChg>
        <pc:picChg chg="mod">
          <ac:chgData name="MUHAMMAD IRFAN NABYL BIN MOHAMAD YAAKUB" userId="5f5f9c1a-70e9-4026-b845-667d53078a67" providerId="ADAL" clId="{FB0A4625-5635-42D2-81C4-3227F1CAD932}" dt="2025-10-27T13:21:49.344" v="2057" actId="1076"/>
          <ac:picMkLst>
            <pc:docMk/>
            <pc:sldMk cId="2543527747" sldId="395"/>
            <ac:picMk id="7" creationId="{7797C926-06FB-1F7A-0A9F-5EC8690CB821}"/>
          </ac:picMkLst>
        </pc:picChg>
        <pc:picChg chg="del">
          <ac:chgData name="MUHAMMAD IRFAN NABYL BIN MOHAMAD YAAKUB" userId="5f5f9c1a-70e9-4026-b845-667d53078a67" providerId="ADAL" clId="{FB0A4625-5635-42D2-81C4-3227F1CAD932}" dt="2025-10-27T13:10:54.505" v="1886" actId="478"/>
          <ac:picMkLst>
            <pc:docMk/>
            <pc:sldMk cId="2543527747" sldId="395"/>
            <ac:picMk id="13" creationId="{D05E35B8-C76C-BC6E-61C5-5981F4FC77FC}"/>
          </ac:picMkLst>
        </pc:picChg>
        <pc:cxnChg chg="add del mod">
          <ac:chgData name="MUHAMMAD IRFAN NABYL BIN MOHAMAD YAAKUB" userId="5f5f9c1a-70e9-4026-b845-667d53078a67" providerId="ADAL" clId="{FB0A4625-5635-42D2-81C4-3227F1CAD932}" dt="2025-10-27T13:12:15.152" v="1941" actId="478"/>
          <ac:cxnSpMkLst>
            <pc:docMk/>
            <pc:sldMk cId="2543527747" sldId="395"/>
            <ac:cxnSpMk id="16" creationId="{F333D252-0F63-2A9F-BED9-0D76322771E3}"/>
          </ac:cxnSpMkLst>
        </pc:cxnChg>
      </pc:sldChg>
      <pc:sldChg chg="addSp delSp modSp add mod ord modTransition">
        <pc:chgData name="MUHAMMAD IRFAN NABYL BIN MOHAMAD YAAKUB" userId="5f5f9c1a-70e9-4026-b845-667d53078a67" providerId="ADAL" clId="{FB0A4625-5635-42D2-81C4-3227F1CAD932}" dt="2025-10-27T15:21:06.567" v="3751"/>
        <pc:sldMkLst>
          <pc:docMk/>
          <pc:sldMk cId="1388036526" sldId="396"/>
        </pc:sldMkLst>
        <pc:spChg chg="add mod">
          <ac:chgData name="MUHAMMAD IRFAN NABYL BIN MOHAMAD YAAKUB" userId="5f5f9c1a-70e9-4026-b845-667d53078a67" providerId="ADAL" clId="{FB0A4625-5635-42D2-81C4-3227F1CAD932}" dt="2025-10-27T15:20:51.837" v="3740"/>
          <ac:spMkLst>
            <pc:docMk/>
            <pc:sldMk cId="1388036526" sldId="396"/>
            <ac:spMk id="4" creationId="{1AC7E05C-FA05-F592-8D7C-1C6015CD92A5}"/>
          </ac:spMkLst>
        </pc:spChg>
        <pc:spChg chg="mod">
          <ac:chgData name="MUHAMMAD IRFAN NABYL BIN MOHAMAD YAAKUB" userId="5f5f9c1a-70e9-4026-b845-667d53078a67" providerId="ADAL" clId="{FB0A4625-5635-42D2-81C4-3227F1CAD932}" dt="2025-10-27T13:13:48.780" v="1966" actId="20577"/>
          <ac:spMkLst>
            <pc:docMk/>
            <pc:sldMk cId="1388036526" sldId="396"/>
            <ac:spMk id="10" creationId="{8E2E4532-5B3A-1425-1E9D-D0455B6A862E}"/>
          </ac:spMkLst>
        </pc:spChg>
        <pc:spChg chg="mod">
          <ac:chgData name="MUHAMMAD IRFAN NABYL BIN MOHAMAD YAAKUB" userId="5f5f9c1a-70e9-4026-b845-667d53078a67" providerId="ADAL" clId="{FB0A4625-5635-42D2-81C4-3227F1CAD932}" dt="2025-10-27T13:26:05.922" v="2080" actId="164"/>
          <ac:spMkLst>
            <pc:docMk/>
            <pc:sldMk cId="1388036526" sldId="396"/>
            <ac:spMk id="14" creationId="{4D1AFE4D-2E60-56CC-AE0F-D7ECECDDF22C}"/>
          </ac:spMkLst>
        </pc:spChg>
        <pc:spChg chg="mod">
          <ac:chgData name="MUHAMMAD IRFAN NABYL BIN MOHAMAD YAAKUB" userId="5f5f9c1a-70e9-4026-b845-667d53078a67" providerId="ADAL" clId="{FB0A4625-5635-42D2-81C4-3227F1CAD932}" dt="2025-10-27T13:38:19.637" v="2112" actId="20577"/>
          <ac:spMkLst>
            <pc:docMk/>
            <pc:sldMk cId="1388036526" sldId="396"/>
            <ac:spMk id="110" creationId="{69CA96C9-F098-67CE-8A9B-D1F0F86B95CF}"/>
          </ac:spMkLst>
        </pc:spChg>
        <pc:grpChg chg="add mod">
          <ac:chgData name="MUHAMMAD IRFAN NABYL BIN MOHAMAD YAAKUB" userId="5f5f9c1a-70e9-4026-b845-667d53078a67" providerId="ADAL" clId="{FB0A4625-5635-42D2-81C4-3227F1CAD932}" dt="2025-10-27T13:26:05.922" v="2080" actId="164"/>
          <ac:grpSpMkLst>
            <pc:docMk/>
            <pc:sldMk cId="1388036526" sldId="396"/>
            <ac:grpSpMk id="3" creationId="{5BBB13C4-1063-7C84-5BEF-6055E6FDE59B}"/>
          </ac:grpSpMkLst>
        </pc:grpChg>
        <pc:picChg chg="add mod">
          <ac:chgData name="MUHAMMAD IRFAN NABYL BIN MOHAMAD YAAKUB" userId="5f5f9c1a-70e9-4026-b845-667d53078a67" providerId="ADAL" clId="{FB0A4625-5635-42D2-81C4-3227F1CAD932}" dt="2025-10-27T13:26:05.922" v="2080" actId="164"/>
          <ac:picMkLst>
            <pc:docMk/>
            <pc:sldMk cId="1388036526" sldId="396"/>
            <ac:picMk id="2" creationId="{88C95DAF-0896-EBA0-5E4D-E5636AF2DBB4}"/>
          </ac:picMkLst>
        </pc:picChg>
        <pc:picChg chg="add del mod">
          <ac:chgData name="MUHAMMAD IRFAN NABYL BIN MOHAMAD YAAKUB" userId="5f5f9c1a-70e9-4026-b845-667d53078a67" providerId="ADAL" clId="{FB0A4625-5635-42D2-81C4-3227F1CAD932}" dt="2025-10-27T13:54:45.702" v="2398" actId="21"/>
          <ac:picMkLst>
            <pc:docMk/>
            <pc:sldMk cId="1388036526" sldId="396"/>
            <ac:picMk id="6" creationId="{D85D13C7-75FF-0912-7CDE-DF0E53322BA2}"/>
          </ac:picMkLst>
        </pc:picChg>
        <pc:picChg chg="mod">
          <ac:chgData name="MUHAMMAD IRFAN NABYL BIN MOHAMAD YAAKUB" userId="5f5f9c1a-70e9-4026-b845-667d53078a67" providerId="ADAL" clId="{FB0A4625-5635-42D2-81C4-3227F1CAD932}" dt="2025-10-27T13:13:42.547" v="1963" actId="14826"/>
          <ac:picMkLst>
            <pc:docMk/>
            <pc:sldMk cId="1388036526" sldId="396"/>
            <ac:picMk id="7" creationId="{77C4A454-A5CC-413A-7EF9-D8C0380E56C2}"/>
          </ac:picMkLst>
        </pc:picChg>
        <pc:picChg chg="add del">
          <ac:chgData name="MUHAMMAD IRFAN NABYL BIN MOHAMAD YAAKUB" userId="5f5f9c1a-70e9-4026-b845-667d53078a67" providerId="ADAL" clId="{FB0A4625-5635-42D2-81C4-3227F1CAD932}" dt="2025-10-27T13:26:01.239" v="2078" actId="478"/>
          <ac:picMkLst>
            <pc:docMk/>
            <pc:sldMk cId="1388036526" sldId="396"/>
            <ac:picMk id="13" creationId="{BC30F4E3-0EC1-0500-8158-B95C76FFA41D}"/>
          </ac:picMkLst>
        </pc:picChg>
      </pc:sldChg>
      <pc:sldChg chg="addSp delSp add del mod">
        <pc:chgData name="MUHAMMAD IRFAN NABYL BIN MOHAMAD YAAKUB" userId="5f5f9c1a-70e9-4026-b845-667d53078a67" providerId="ADAL" clId="{FB0A4625-5635-42D2-81C4-3227F1CAD932}" dt="2025-10-27T13:24:13.553" v="2068" actId="47"/>
        <pc:sldMkLst>
          <pc:docMk/>
          <pc:sldMk cId="1637587103" sldId="397"/>
        </pc:sldMkLst>
        <pc:picChg chg="add del">
          <ac:chgData name="MUHAMMAD IRFAN NABYL BIN MOHAMAD YAAKUB" userId="5f5f9c1a-70e9-4026-b845-667d53078a67" providerId="ADAL" clId="{FB0A4625-5635-42D2-81C4-3227F1CAD932}" dt="2025-10-27T13:19:02.401" v="1976" actId="22"/>
          <ac:picMkLst>
            <pc:docMk/>
            <pc:sldMk cId="1637587103" sldId="397"/>
            <ac:picMk id="3" creationId="{AAF4F880-9AA1-65A0-99FF-365BFFD15A6A}"/>
          </ac:picMkLst>
        </pc:picChg>
      </pc:sldChg>
      <pc:sldChg chg="addSp delSp modSp add mod modTransition">
        <pc:chgData name="MUHAMMAD IRFAN NABYL BIN MOHAMAD YAAKUB" userId="5f5f9c1a-70e9-4026-b845-667d53078a67" providerId="ADAL" clId="{FB0A4625-5635-42D2-81C4-3227F1CAD932}" dt="2025-10-27T15:21:06.567" v="3751"/>
        <pc:sldMkLst>
          <pc:docMk/>
          <pc:sldMk cId="3862998084" sldId="397"/>
        </pc:sldMkLst>
        <pc:spChg chg="add mod">
          <ac:chgData name="MUHAMMAD IRFAN NABYL BIN MOHAMAD YAAKUB" userId="5f5f9c1a-70e9-4026-b845-667d53078a67" providerId="ADAL" clId="{FB0A4625-5635-42D2-81C4-3227F1CAD932}" dt="2025-10-27T15:20:53.975" v="3743"/>
          <ac:spMkLst>
            <pc:docMk/>
            <pc:sldMk cId="3862998084" sldId="397"/>
            <ac:spMk id="2" creationId="{D71750A8-B3D3-5421-058D-E083E7ACA608}"/>
          </ac:spMkLst>
        </pc:spChg>
        <pc:spChg chg="mod">
          <ac:chgData name="MUHAMMAD IRFAN NABYL BIN MOHAMAD YAAKUB" userId="5f5f9c1a-70e9-4026-b845-667d53078a67" providerId="ADAL" clId="{FB0A4625-5635-42D2-81C4-3227F1CAD932}" dt="2025-10-27T13:40:06.103" v="2156" actId="20577"/>
          <ac:spMkLst>
            <pc:docMk/>
            <pc:sldMk cId="3862998084" sldId="397"/>
            <ac:spMk id="3" creationId="{217E30FD-A405-BFBC-82BA-AEDCDA542A31}"/>
          </ac:spMkLst>
        </pc:spChg>
        <pc:spChg chg="del">
          <ac:chgData name="MUHAMMAD IRFAN NABYL BIN MOHAMAD YAAKUB" userId="5f5f9c1a-70e9-4026-b845-667d53078a67" providerId="ADAL" clId="{FB0A4625-5635-42D2-81C4-3227F1CAD932}" dt="2025-10-27T13:37:34.288" v="2108" actId="478"/>
          <ac:spMkLst>
            <pc:docMk/>
            <pc:sldMk cId="3862998084" sldId="397"/>
            <ac:spMk id="8" creationId="{2A661B5C-637B-2A1B-776F-F71BF48F6418}"/>
          </ac:spMkLst>
        </pc:spChg>
        <pc:spChg chg="mod">
          <ac:chgData name="MUHAMMAD IRFAN NABYL BIN MOHAMAD YAAKUB" userId="5f5f9c1a-70e9-4026-b845-667d53078a67" providerId="ADAL" clId="{FB0A4625-5635-42D2-81C4-3227F1CAD932}" dt="2025-10-27T14:34:38.694" v="2865" actId="20577"/>
          <ac:spMkLst>
            <pc:docMk/>
            <pc:sldMk cId="3862998084" sldId="397"/>
            <ac:spMk id="110" creationId="{440DB6C0-67DD-223E-CD1C-F6DAEAB14EC1}"/>
          </ac:spMkLst>
        </pc:spChg>
        <pc:picChg chg="add mod ord">
          <ac:chgData name="MUHAMMAD IRFAN NABYL BIN MOHAMAD YAAKUB" userId="5f5f9c1a-70e9-4026-b845-667d53078a67" providerId="ADAL" clId="{FB0A4625-5635-42D2-81C4-3227F1CAD932}" dt="2025-10-27T13:37:33.022" v="2107" actId="167"/>
          <ac:picMkLst>
            <pc:docMk/>
            <pc:sldMk cId="3862998084" sldId="397"/>
            <ac:picMk id="4" creationId="{44443F49-4D3D-F7A1-F32F-A3616796288F}"/>
          </ac:picMkLst>
        </pc:picChg>
      </pc:sldChg>
      <pc:sldChg chg="addSp delSp modSp add mod modTransition">
        <pc:chgData name="MUHAMMAD IRFAN NABYL BIN MOHAMAD YAAKUB" userId="5f5f9c1a-70e9-4026-b845-667d53078a67" providerId="ADAL" clId="{FB0A4625-5635-42D2-81C4-3227F1CAD932}" dt="2025-10-27T15:21:06.567" v="3751"/>
        <pc:sldMkLst>
          <pc:docMk/>
          <pc:sldMk cId="3619927988" sldId="398"/>
        </pc:sldMkLst>
        <pc:spChg chg="add del mod">
          <ac:chgData name="MUHAMMAD IRFAN NABYL BIN MOHAMAD YAAKUB" userId="5f5f9c1a-70e9-4026-b845-667d53078a67" providerId="ADAL" clId="{FB0A4625-5635-42D2-81C4-3227F1CAD932}" dt="2025-10-27T13:42:15.704" v="2200" actId="478"/>
          <ac:spMkLst>
            <pc:docMk/>
            <pc:sldMk cId="3619927988" sldId="398"/>
            <ac:spMk id="2" creationId="{02FCE975-FFD5-988E-9970-38CDF0FB08E8}"/>
          </ac:spMkLst>
        </pc:spChg>
        <pc:spChg chg="add mod">
          <ac:chgData name="MUHAMMAD IRFAN NABYL BIN MOHAMAD YAAKUB" userId="5f5f9c1a-70e9-4026-b845-667d53078a67" providerId="ADAL" clId="{FB0A4625-5635-42D2-81C4-3227F1CAD932}" dt="2025-10-27T15:20:54.404" v="3744"/>
          <ac:spMkLst>
            <pc:docMk/>
            <pc:sldMk cId="3619927988" sldId="398"/>
            <ac:spMk id="2" creationId="{5BD82275-B985-097E-AAFA-CD99484954FD}"/>
          </ac:spMkLst>
        </pc:spChg>
        <pc:spChg chg="mod">
          <ac:chgData name="MUHAMMAD IRFAN NABYL BIN MOHAMAD YAAKUB" userId="5f5f9c1a-70e9-4026-b845-667d53078a67" providerId="ADAL" clId="{FB0A4625-5635-42D2-81C4-3227F1CAD932}" dt="2025-10-27T13:51:13.526" v="2294" actId="20577"/>
          <ac:spMkLst>
            <pc:docMk/>
            <pc:sldMk cId="3619927988" sldId="398"/>
            <ac:spMk id="3" creationId="{7344F199-4E39-0365-A904-5E15699C9DFC}"/>
          </ac:spMkLst>
        </pc:spChg>
        <pc:spChg chg="add mod">
          <ac:chgData name="MUHAMMAD IRFAN NABYL BIN MOHAMAD YAAKUB" userId="5f5f9c1a-70e9-4026-b845-667d53078a67" providerId="ADAL" clId="{FB0A4625-5635-42D2-81C4-3227F1CAD932}" dt="2025-10-27T14:02:22.538" v="2605" actId="2711"/>
          <ac:spMkLst>
            <pc:docMk/>
            <pc:sldMk cId="3619927988" sldId="398"/>
            <ac:spMk id="4" creationId="{B0737363-801E-E07E-B458-F1B05AA1F0A7}"/>
          </ac:spMkLst>
        </pc:spChg>
        <pc:spChg chg="add mod">
          <ac:chgData name="MUHAMMAD IRFAN NABYL BIN MOHAMAD YAAKUB" userId="5f5f9c1a-70e9-4026-b845-667d53078a67" providerId="ADAL" clId="{FB0A4625-5635-42D2-81C4-3227F1CAD932}" dt="2025-10-27T14:05:57.688" v="2711" actId="1076"/>
          <ac:spMkLst>
            <pc:docMk/>
            <pc:sldMk cId="3619927988" sldId="398"/>
            <ac:spMk id="5" creationId="{4EAF7527-9E0E-4A28-792C-8A84B13ABAF5}"/>
          </ac:spMkLst>
        </pc:spChg>
        <pc:spChg chg="mod">
          <ac:chgData name="MUHAMMAD IRFAN NABYL BIN MOHAMAD YAAKUB" userId="5f5f9c1a-70e9-4026-b845-667d53078a67" providerId="ADAL" clId="{FB0A4625-5635-42D2-81C4-3227F1CAD932}" dt="2025-10-27T14:05:57.688" v="2711" actId="1076"/>
          <ac:spMkLst>
            <pc:docMk/>
            <pc:sldMk cId="3619927988" sldId="398"/>
            <ac:spMk id="8" creationId="{370FD756-02C8-7B87-3C4D-55664868E5B6}"/>
          </ac:spMkLst>
        </pc:spChg>
        <pc:spChg chg="mod">
          <ac:chgData name="MUHAMMAD IRFAN NABYL BIN MOHAMAD YAAKUB" userId="5f5f9c1a-70e9-4026-b845-667d53078a67" providerId="ADAL" clId="{FB0A4625-5635-42D2-81C4-3227F1CAD932}" dt="2025-10-27T14:34:39.874" v="2866" actId="20577"/>
          <ac:spMkLst>
            <pc:docMk/>
            <pc:sldMk cId="3619927988" sldId="398"/>
            <ac:spMk id="110" creationId="{91E8DA46-3678-0C58-5A1E-8369DD91F7DF}"/>
          </ac:spMkLst>
        </pc:spChg>
        <pc:picChg chg="add mod">
          <ac:chgData name="MUHAMMAD IRFAN NABYL BIN MOHAMAD YAAKUB" userId="5f5f9c1a-70e9-4026-b845-667d53078a67" providerId="ADAL" clId="{FB0A4625-5635-42D2-81C4-3227F1CAD932}" dt="2025-10-27T14:05:57.688" v="2711" actId="1076"/>
          <ac:picMkLst>
            <pc:docMk/>
            <pc:sldMk cId="3619927988" sldId="398"/>
            <ac:picMk id="7" creationId="{204F6F2B-4059-0EE0-FB44-6992D7236846}"/>
          </ac:picMkLst>
        </pc:picChg>
      </pc:sldChg>
      <pc:sldChg chg="addSp delSp modSp add mod modTransition">
        <pc:chgData name="MUHAMMAD IRFAN NABYL BIN MOHAMAD YAAKUB" userId="5f5f9c1a-70e9-4026-b845-667d53078a67" providerId="ADAL" clId="{FB0A4625-5635-42D2-81C4-3227F1CAD932}" dt="2025-10-27T15:21:06.567" v="3751"/>
        <pc:sldMkLst>
          <pc:docMk/>
          <pc:sldMk cId="3957282259" sldId="399"/>
        </pc:sldMkLst>
        <pc:spChg chg="add mod">
          <ac:chgData name="MUHAMMAD IRFAN NABYL BIN MOHAMAD YAAKUB" userId="5f5f9c1a-70e9-4026-b845-667d53078a67" providerId="ADAL" clId="{FB0A4625-5635-42D2-81C4-3227F1CAD932}" dt="2025-10-27T15:20:55.386" v="3745"/>
          <ac:spMkLst>
            <pc:docMk/>
            <pc:sldMk cId="3957282259" sldId="399"/>
            <ac:spMk id="2" creationId="{10CCE170-B6AC-DA3C-123C-613C72618E12}"/>
          </ac:spMkLst>
        </pc:spChg>
        <pc:spChg chg="mod">
          <ac:chgData name="MUHAMMAD IRFAN NABYL BIN MOHAMAD YAAKUB" userId="5f5f9c1a-70e9-4026-b845-667d53078a67" providerId="ADAL" clId="{FB0A4625-5635-42D2-81C4-3227F1CAD932}" dt="2025-10-27T13:59:39.208" v="2543" actId="20577"/>
          <ac:spMkLst>
            <pc:docMk/>
            <pc:sldMk cId="3957282259" sldId="399"/>
            <ac:spMk id="3" creationId="{5488E5BD-E424-2C2A-7F79-8386C66D6D64}"/>
          </ac:spMkLst>
        </pc:spChg>
        <pc:spChg chg="del">
          <ac:chgData name="MUHAMMAD IRFAN NABYL BIN MOHAMAD YAAKUB" userId="5f5f9c1a-70e9-4026-b845-667d53078a67" providerId="ADAL" clId="{FB0A4625-5635-42D2-81C4-3227F1CAD932}" dt="2025-10-27T13:52:42.512" v="2314" actId="478"/>
          <ac:spMkLst>
            <pc:docMk/>
            <pc:sldMk cId="3957282259" sldId="399"/>
            <ac:spMk id="4" creationId="{CFA3FE72-77F7-8791-AF75-CD93ECF339F4}"/>
          </ac:spMkLst>
        </pc:spChg>
        <pc:spChg chg="del mod">
          <ac:chgData name="MUHAMMAD IRFAN NABYL BIN MOHAMAD YAAKUB" userId="5f5f9c1a-70e9-4026-b845-667d53078a67" providerId="ADAL" clId="{FB0A4625-5635-42D2-81C4-3227F1CAD932}" dt="2025-10-27T13:55:31.763" v="2412" actId="478"/>
          <ac:spMkLst>
            <pc:docMk/>
            <pc:sldMk cId="3957282259" sldId="399"/>
            <ac:spMk id="5" creationId="{B5681205-D3FD-6BEC-F429-BEB313F94B53}"/>
          </ac:spMkLst>
        </pc:spChg>
        <pc:spChg chg="del mod">
          <ac:chgData name="MUHAMMAD IRFAN NABYL BIN MOHAMAD YAAKUB" userId="5f5f9c1a-70e9-4026-b845-667d53078a67" providerId="ADAL" clId="{FB0A4625-5635-42D2-81C4-3227F1CAD932}" dt="2025-10-27T13:55:31.349" v="2411" actId="478"/>
          <ac:spMkLst>
            <pc:docMk/>
            <pc:sldMk cId="3957282259" sldId="399"/>
            <ac:spMk id="8" creationId="{DBB9855D-F12B-11ED-FB08-9B5F758CDCCD}"/>
          </ac:spMkLst>
        </pc:spChg>
        <pc:spChg chg="add mod">
          <ac:chgData name="MUHAMMAD IRFAN NABYL BIN MOHAMAD YAAKUB" userId="5f5f9c1a-70e9-4026-b845-667d53078a67" providerId="ADAL" clId="{FB0A4625-5635-42D2-81C4-3227F1CAD932}" dt="2025-10-27T13:59:28.013" v="2533" actId="1036"/>
          <ac:spMkLst>
            <pc:docMk/>
            <pc:sldMk cId="3957282259" sldId="399"/>
            <ac:spMk id="14" creationId="{0440F2AE-8666-0AA4-001E-2BFEF3BC5067}"/>
          </ac:spMkLst>
        </pc:spChg>
        <pc:spChg chg="add mod">
          <ac:chgData name="MUHAMMAD IRFAN NABYL BIN MOHAMAD YAAKUB" userId="5f5f9c1a-70e9-4026-b845-667d53078a67" providerId="ADAL" clId="{FB0A4625-5635-42D2-81C4-3227F1CAD932}" dt="2025-10-27T13:58:39.975" v="2477"/>
          <ac:spMkLst>
            <pc:docMk/>
            <pc:sldMk cId="3957282259" sldId="399"/>
            <ac:spMk id="15" creationId="{2677FA06-511E-542F-1FDF-F18B17113953}"/>
          </ac:spMkLst>
        </pc:spChg>
        <pc:spChg chg="mod">
          <ac:chgData name="MUHAMMAD IRFAN NABYL BIN MOHAMAD YAAKUB" userId="5f5f9c1a-70e9-4026-b845-667d53078a67" providerId="ADAL" clId="{FB0A4625-5635-42D2-81C4-3227F1CAD932}" dt="2025-10-27T14:34:40.936" v="2867" actId="20577"/>
          <ac:spMkLst>
            <pc:docMk/>
            <pc:sldMk cId="3957282259" sldId="399"/>
            <ac:spMk id="110" creationId="{73F7FB64-CB23-547E-EC6F-8C912BC8F42A}"/>
          </ac:spMkLst>
        </pc:spChg>
        <pc:picChg chg="add del mod">
          <ac:chgData name="MUHAMMAD IRFAN NABYL BIN MOHAMAD YAAKUB" userId="5f5f9c1a-70e9-4026-b845-667d53078a67" providerId="ADAL" clId="{FB0A4625-5635-42D2-81C4-3227F1CAD932}" dt="2025-10-27T13:54:39.034" v="2394" actId="21"/>
          <ac:picMkLst>
            <pc:docMk/>
            <pc:sldMk cId="3957282259" sldId="399"/>
            <ac:picMk id="6" creationId="{D85D13C7-75FF-0912-7CDE-DF0E53322BA2}"/>
          </ac:picMkLst>
        </pc:picChg>
        <pc:picChg chg="add del mod">
          <ac:chgData name="MUHAMMAD IRFAN NABYL BIN MOHAMAD YAAKUB" userId="5f5f9c1a-70e9-4026-b845-667d53078a67" providerId="ADAL" clId="{FB0A4625-5635-42D2-81C4-3227F1CAD932}" dt="2025-10-27T13:57:29.384" v="2444" actId="478"/>
          <ac:picMkLst>
            <pc:docMk/>
            <pc:sldMk cId="3957282259" sldId="399"/>
            <ac:picMk id="7" creationId="{D85D13C7-75FF-0912-7CDE-DF0E53322BA2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3:57:31.353" v="2445" actId="1076"/>
          <ac:picMkLst>
            <pc:docMk/>
            <pc:sldMk cId="3957282259" sldId="399"/>
            <ac:picMk id="11" creationId="{690F1088-AED9-D4AC-38A9-CD5BA7C23B64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3:58:22.091" v="2474" actId="1036"/>
          <ac:picMkLst>
            <pc:docMk/>
            <pc:sldMk cId="3957282259" sldId="399"/>
            <ac:picMk id="13" creationId="{7C57DBC8-868D-3BFE-AD88-9577828A0719}"/>
          </ac:picMkLst>
        </pc:picChg>
      </pc:sldChg>
      <pc:sldChg chg="addSp delSp modSp add mod modTransition">
        <pc:chgData name="MUHAMMAD IRFAN NABYL BIN MOHAMAD YAAKUB" userId="5f5f9c1a-70e9-4026-b845-667d53078a67" providerId="ADAL" clId="{FB0A4625-5635-42D2-81C4-3227F1CAD932}" dt="2025-10-27T15:21:06.567" v="3751"/>
        <pc:sldMkLst>
          <pc:docMk/>
          <pc:sldMk cId="2144134849" sldId="400"/>
        </pc:sldMkLst>
        <pc:spChg chg="add mod">
          <ac:chgData name="MUHAMMAD IRFAN NABYL BIN MOHAMAD YAAKUB" userId="5f5f9c1a-70e9-4026-b845-667d53078a67" providerId="ADAL" clId="{FB0A4625-5635-42D2-81C4-3227F1CAD932}" dt="2025-10-27T14:05:27.282" v="2709" actId="1076"/>
          <ac:spMkLst>
            <pc:docMk/>
            <pc:sldMk cId="2144134849" sldId="400"/>
            <ac:spMk id="2" creationId="{4A9141D9-13AB-C569-5177-19AFBDFFA648}"/>
          </ac:spMkLst>
        </pc:spChg>
        <pc:spChg chg="mod">
          <ac:chgData name="MUHAMMAD IRFAN NABYL BIN MOHAMAD YAAKUB" userId="5f5f9c1a-70e9-4026-b845-667d53078a67" providerId="ADAL" clId="{FB0A4625-5635-42D2-81C4-3227F1CAD932}" dt="2025-10-27T14:02:28.512" v="2606" actId="2711"/>
          <ac:spMkLst>
            <pc:docMk/>
            <pc:sldMk cId="2144134849" sldId="400"/>
            <ac:spMk id="3" creationId="{6C188EAB-EE29-24EC-801E-685B79EAC63F}"/>
          </ac:spMkLst>
        </pc:spChg>
        <pc:spChg chg="add mod">
          <ac:chgData name="MUHAMMAD IRFAN NABYL BIN MOHAMAD YAAKUB" userId="5f5f9c1a-70e9-4026-b845-667d53078a67" providerId="ADAL" clId="{FB0A4625-5635-42D2-81C4-3227F1CAD932}" dt="2025-10-27T15:20:55.797" v="3746"/>
          <ac:spMkLst>
            <pc:docMk/>
            <pc:sldMk cId="2144134849" sldId="400"/>
            <ac:spMk id="4" creationId="{47A321C2-E46F-C358-AA6A-F74CEBDEBFAC}"/>
          </ac:spMkLst>
        </pc:spChg>
        <pc:spChg chg="del mod">
          <ac:chgData name="MUHAMMAD IRFAN NABYL BIN MOHAMAD YAAKUB" userId="5f5f9c1a-70e9-4026-b845-667d53078a67" providerId="ADAL" clId="{FB0A4625-5635-42D2-81C4-3227F1CAD932}" dt="2025-10-27T14:01:15.631" v="2587" actId="478"/>
          <ac:spMkLst>
            <pc:docMk/>
            <pc:sldMk cId="2144134849" sldId="400"/>
            <ac:spMk id="14" creationId="{CF8B5F41-DF90-DB39-A6A9-987F161A7719}"/>
          </ac:spMkLst>
        </pc:spChg>
        <pc:spChg chg="mod">
          <ac:chgData name="MUHAMMAD IRFAN NABYL BIN MOHAMAD YAAKUB" userId="5f5f9c1a-70e9-4026-b845-667d53078a67" providerId="ADAL" clId="{FB0A4625-5635-42D2-81C4-3227F1CAD932}" dt="2025-10-27T14:34:42.116" v="2868" actId="20577"/>
          <ac:spMkLst>
            <pc:docMk/>
            <pc:sldMk cId="2144134849" sldId="400"/>
            <ac:spMk id="110" creationId="{A1BF53BC-3A2E-7797-97F3-56CB3DA0B0AD}"/>
          </ac:spMkLst>
        </pc:spChg>
        <pc:picChg chg="add mod">
          <ac:chgData name="MUHAMMAD IRFAN NABYL BIN MOHAMAD YAAKUB" userId="5f5f9c1a-70e9-4026-b845-667d53078a67" providerId="ADAL" clId="{FB0A4625-5635-42D2-81C4-3227F1CAD932}" dt="2025-10-27T14:07:43.498" v="2738" actId="1036"/>
          <ac:picMkLst>
            <pc:docMk/>
            <pc:sldMk cId="2144134849" sldId="400"/>
            <ac:picMk id="5" creationId="{89755425-3DBE-22B0-F4EC-2C76354BC95E}"/>
          </ac:picMkLst>
        </pc:picChg>
        <pc:picChg chg="add del">
          <ac:chgData name="MUHAMMAD IRFAN NABYL BIN MOHAMAD YAAKUB" userId="5f5f9c1a-70e9-4026-b845-667d53078a67" providerId="ADAL" clId="{FB0A4625-5635-42D2-81C4-3227F1CAD932}" dt="2025-10-27T14:01:06.087" v="2584" actId="478"/>
          <ac:picMkLst>
            <pc:docMk/>
            <pc:sldMk cId="2144134849" sldId="400"/>
            <ac:picMk id="11" creationId="{02FED1C8-4ED1-D64B-D1A1-A6292C4EEFDC}"/>
          </ac:picMkLst>
        </pc:picChg>
        <pc:picChg chg="add del">
          <ac:chgData name="MUHAMMAD IRFAN NABYL BIN MOHAMAD YAAKUB" userId="5f5f9c1a-70e9-4026-b845-667d53078a67" providerId="ADAL" clId="{FB0A4625-5635-42D2-81C4-3227F1CAD932}" dt="2025-10-27T14:01:17.796" v="2589" actId="478"/>
          <ac:picMkLst>
            <pc:docMk/>
            <pc:sldMk cId="2144134849" sldId="400"/>
            <ac:picMk id="13" creationId="{941F530D-3ED3-09A4-4B8A-D7423CD09FA5}"/>
          </ac:picMkLst>
        </pc:picChg>
      </pc:sldChg>
      <pc:sldChg chg="addSp delSp modSp add mod modTransition">
        <pc:chgData name="MUHAMMAD IRFAN NABYL BIN MOHAMAD YAAKUB" userId="5f5f9c1a-70e9-4026-b845-667d53078a67" providerId="ADAL" clId="{FB0A4625-5635-42D2-81C4-3227F1CAD932}" dt="2025-10-27T15:21:06.567" v="3751"/>
        <pc:sldMkLst>
          <pc:docMk/>
          <pc:sldMk cId="613188707" sldId="401"/>
        </pc:sldMkLst>
        <pc:spChg chg="mod">
          <ac:chgData name="MUHAMMAD IRFAN NABYL BIN MOHAMAD YAAKUB" userId="5f5f9c1a-70e9-4026-b845-667d53078a67" providerId="ADAL" clId="{FB0A4625-5635-42D2-81C4-3227F1CAD932}" dt="2025-10-27T14:31:42.549" v="2840" actId="1036"/>
          <ac:spMkLst>
            <pc:docMk/>
            <pc:sldMk cId="613188707" sldId="401"/>
            <ac:spMk id="2" creationId="{3095106A-2B11-D52C-9842-661AA8C67F99}"/>
          </ac:spMkLst>
        </pc:spChg>
        <pc:spChg chg="mod">
          <ac:chgData name="MUHAMMAD IRFAN NABYL BIN MOHAMAD YAAKUB" userId="5f5f9c1a-70e9-4026-b845-667d53078a67" providerId="ADAL" clId="{FB0A4625-5635-42D2-81C4-3227F1CAD932}" dt="2025-10-27T14:39:42.238" v="2870" actId="11"/>
          <ac:spMkLst>
            <pc:docMk/>
            <pc:sldMk cId="613188707" sldId="401"/>
            <ac:spMk id="3" creationId="{8CF99E17-36C0-5429-AB74-7B3231F7CB4E}"/>
          </ac:spMkLst>
        </pc:spChg>
        <pc:spChg chg="add mod">
          <ac:chgData name="MUHAMMAD IRFAN NABYL BIN MOHAMAD YAAKUB" userId="5f5f9c1a-70e9-4026-b845-667d53078a67" providerId="ADAL" clId="{FB0A4625-5635-42D2-81C4-3227F1CAD932}" dt="2025-10-27T14:31:56.969" v="2852" actId="1076"/>
          <ac:spMkLst>
            <pc:docMk/>
            <pc:sldMk cId="613188707" sldId="401"/>
            <ac:spMk id="4" creationId="{3B8EFE84-8927-45FE-E549-4E562FE274F5}"/>
          </ac:spMkLst>
        </pc:spChg>
        <pc:spChg chg="add mod">
          <ac:chgData name="MUHAMMAD IRFAN NABYL BIN MOHAMAD YAAKUB" userId="5f5f9c1a-70e9-4026-b845-667d53078a67" providerId="ADAL" clId="{FB0A4625-5635-42D2-81C4-3227F1CAD932}" dt="2025-10-27T15:20:56.210" v="3747"/>
          <ac:spMkLst>
            <pc:docMk/>
            <pc:sldMk cId="613188707" sldId="401"/>
            <ac:spMk id="5" creationId="{168FDEAB-74B5-30D8-57A4-2374D682F96F}"/>
          </ac:spMkLst>
        </pc:spChg>
        <pc:spChg chg="add mod">
          <ac:chgData name="MUHAMMAD IRFAN NABYL BIN MOHAMAD YAAKUB" userId="5f5f9c1a-70e9-4026-b845-667d53078a67" providerId="ADAL" clId="{FB0A4625-5635-42D2-81C4-3227F1CAD932}" dt="2025-10-27T14:39:49.942" v="2871" actId="11"/>
          <ac:spMkLst>
            <pc:docMk/>
            <pc:sldMk cId="613188707" sldId="401"/>
            <ac:spMk id="8" creationId="{08DF9C5A-7D1D-0335-4CEE-20A9360B10ED}"/>
          </ac:spMkLst>
        </pc:spChg>
        <pc:spChg chg="mod">
          <ac:chgData name="MUHAMMAD IRFAN NABYL BIN MOHAMAD YAAKUB" userId="5f5f9c1a-70e9-4026-b845-667d53078a67" providerId="ADAL" clId="{FB0A4625-5635-42D2-81C4-3227F1CAD932}" dt="2025-10-27T14:34:43.321" v="2869" actId="20577"/>
          <ac:spMkLst>
            <pc:docMk/>
            <pc:sldMk cId="613188707" sldId="401"/>
            <ac:spMk id="110" creationId="{023CD3EB-A3BB-4B1E-A3C0-96669ABC3E12}"/>
          </ac:spMkLst>
        </pc:spChg>
        <pc:picChg chg="del mod">
          <ac:chgData name="MUHAMMAD IRFAN NABYL BIN MOHAMAD YAAKUB" userId="5f5f9c1a-70e9-4026-b845-667d53078a67" providerId="ADAL" clId="{FB0A4625-5635-42D2-81C4-3227F1CAD932}" dt="2025-10-27T14:11:34.679" v="2749" actId="478"/>
          <ac:picMkLst>
            <pc:docMk/>
            <pc:sldMk cId="613188707" sldId="401"/>
            <ac:picMk id="5" creationId="{9C86B76C-821B-A55F-BCF9-D7456B6104DC}"/>
          </ac:picMkLst>
        </pc:picChg>
        <pc:picChg chg="add mod modCrop">
          <ac:chgData name="MUHAMMAD IRFAN NABYL BIN MOHAMAD YAAKUB" userId="5f5f9c1a-70e9-4026-b845-667d53078a67" providerId="ADAL" clId="{FB0A4625-5635-42D2-81C4-3227F1CAD932}" dt="2025-10-27T14:34:23.996" v="2864" actId="732"/>
          <ac:picMkLst>
            <pc:docMk/>
            <pc:sldMk cId="613188707" sldId="401"/>
            <ac:picMk id="7" creationId="{6254E89E-B7D2-F218-26F9-D18EF5F71480}"/>
          </ac:picMkLst>
        </pc:picChg>
      </pc:sldChg>
      <pc:sldChg chg="addSp delSp modSp add mod modTransition">
        <pc:chgData name="MUHAMMAD IRFAN NABYL BIN MOHAMAD YAAKUB" userId="5f5f9c1a-70e9-4026-b845-667d53078a67" providerId="ADAL" clId="{FB0A4625-5635-42D2-81C4-3227F1CAD932}" dt="2025-10-27T15:21:06.567" v="3751"/>
        <pc:sldMkLst>
          <pc:docMk/>
          <pc:sldMk cId="68170103" sldId="402"/>
        </pc:sldMkLst>
        <pc:spChg chg="add mod">
          <ac:chgData name="MUHAMMAD IRFAN NABYL BIN MOHAMAD YAAKUB" userId="5f5f9c1a-70e9-4026-b845-667d53078a67" providerId="ADAL" clId="{FB0A4625-5635-42D2-81C4-3227F1CAD932}" dt="2025-10-27T15:20:56.591" v="3748"/>
          <ac:spMkLst>
            <pc:docMk/>
            <pc:sldMk cId="68170103" sldId="402"/>
            <ac:spMk id="2" creationId="{431F89BE-17D1-D799-4938-F766F503E37B}"/>
          </ac:spMkLst>
        </pc:spChg>
        <pc:spChg chg="del">
          <ac:chgData name="MUHAMMAD IRFAN NABYL BIN MOHAMAD YAAKUB" userId="5f5f9c1a-70e9-4026-b845-667d53078a67" providerId="ADAL" clId="{FB0A4625-5635-42D2-81C4-3227F1CAD932}" dt="2025-10-27T14:40:55.798" v="2875" actId="478"/>
          <ac:spMkLst>
            <pc:docMk/>
            <pc:sldMk cId="68170103" sldId="402"/>
            <ac:spMk id="2" creationId="{E3134B8A-9B8E-68FD-4F4A-AD5157C3A04E}"/>
          </ac:spMkLst>
        </pc:spChg>
        <pc:spChg chg="del mod">
          <ac:chgData name="MUHAMMAD IRFAN NABYL BIN MOHAMAD YAAKUB" userId="5f5f9c1a-70e9-4026-b845-667d53078a67" providerId="ADAL" clId="{FB0A4625-5635-42D2-81C4-3227F1CAD932}" dt="2025-10-27T15:11:54.830" v="3051" actId="478"/>
          <ac:spMkLst>
            <pc:docMk/>
            <pc:sldMk cId="68170103" sldId="402"/>
            <ac:spMk id="3" creationId="{AEB6DA54-3EA5-7330-36EC-4905643C664A}"/>
          </ac:spMkLst>
        </pc:spChg>
        <pc:spChg chg="del mod">
          <ac:chgData name="MUHAMMAD IRFAN NABYL BIN MOHAMAD YAAKUB" userId="5f5f9c1a-70e9-4026-b845-667d53078a67" providerId="ADAL" clId="{FB0A4625-5635-42D2-81C4-3227F1CAD932}" dt="2025-10-27T15:12:37.053" v="3075" actId="478"/>
          <ac:spMkLst>
            <pc:docMk/>
            <pc:sldMk cId="68170103" sldId="402"/>
            <ac:spMk id="4" creationId="{21DAEBD9-AF56-6E6C-9A0D-BBD25DE656A4}"/>
          </ac:spMkLst>
        </pc:spChg>
        <pc:spChg chg="add del mod">
          <ac:chgData name="MUHAMMAD IRFAN NABYL BIN MOHAMAD YAAKUB" userId="5f5f9c1a-70e9-4026-b845-667d53078a67" providerId="ADAL" clId="{FB0A4625-5635-42D2-81C4-3227F1CAD932}" dt="2025-10-27T15:12:37.053" v="3075" actId="478"/>
          <ac:spMkLst>
            <pc:docMk/>
            <pc:sldMk cId="68170103" sldId="402"/>
            <ac:spMk id="5" creationId="{29FA297D-E011-3576-C891-FB07C12F5B35}"/>
          </ac:spMkLst>
        </pc:spChg>
        <pc:spChg chg="del">
          <ac:chgData name="MUHAMMAD IRFAN NABYL BIN MOHAMAD YAAKUB" userId="5f5f9c1a-70e9-4026-b845-667d53078a67" providerId="ADAL" clId="{FB0A4625-5635-42D2-81C4-3227F1CAD932}" dt="2025-10-27T14:40:56.919" v="2876" actId="478"/>
          <ac:spMkLst>
            <pc:docMk/>
            <pc:sldMk cId="68170103" sldId="402"/>
            <ac:spMk id="8" creationId="{484B805F-3934-A334-4D8A-8404ADAD0BBF}"/>
          </ac:spMkLst>
        </pc:spChg>
        <pc:spChg chg="add del mod">
          <ac:chgData name="MUHAMMAD IRFAN NABYL BIN MOHAMAD YAAKUB" userId="5f5f9c1a-70e9-4026-b845-667d53078a67" providerId="ADAL" clId="{FB0A4625-5635-42D2-81C4-3227F1CAD932}" dt="2025-10-27T15:11:57.153" v="3052" actId="478"/>
          <ac:spMkLst>
            <pc:docMk/>
            <pc:sldMk cId="68170103" sldId="402"/>
            <ac:spMk id="9" creationId="{2DE352AD-F0D1-8177-D03B-B817E40823A5}"/>
          </ac:spMkLst>
        </pc:spChg>
        <pc:spChg chg="add mod">
          <ac:chgData name="MUHAMMAD IRFAN NABYL BIN MOHAMAD YAAKUB" userId="5f5f9c1a-70e9-4026-b845-667d53078a67" providerId="ADAL" clId="{FB0A4625-5635-42D2-81C4-3227F1CAD932}" dt="2025-10-27T15:20:02.998" v="3704" actId="9"/>
          <ac:spMkLst>
            <pc:docMk/>
            <pc:sldMk cId="68170103" sldId="402"/>
            <ac:spMk id="11" creationId="{46077F0F-C6ED-720A-8082-4B4E561989D1}"/>
          </ac:spMkLst>
        </pc:spChg>
        <pc:spChg chg="mod">
          <ac:chgData name="MUHAMMAD IRFAN NABYL BIN MOHAMAD YAAKUB" userId="5f5f9c1a-70e9-4026-b845-667d53078a67" providerId="ADAL" clId="{FB0A4625-5635-42D2-81C4-3227F1CAD932}" dt="2025-10-27T15:12:30.293" v="3074" actId="20577"/>
          <ac:spMkLst>
            <pc:docMk/>
            <pc:sldMk cId="68170103" sldId="402"/>
            <ac:spMk id="110" creationId="{63B070F3-78BD-A617-2E1E-338B85194C20}"/>
          </ac:spMkLst>
        </pc:spChg>
        <pc:picChg chg="del">
          <ac:chgData name="MUHAMMAD IRFAN NABYL BIN MOHAMAD YAAKUB" userId="5f5f9c1a-70e9-4026-b845-667d53078a67" providerId="ADAL" clId="{FB0A4625-5635-42D2-81C4-3227F1CAD932}" dt="2025-10-27T14:40:57.748" v="2877" actId="478"/>
          <ac:picMkLst>
            <pc:docMk/>
            <pc:sldMk cId="68170103" sldId="402"/>
            <ac:picMk id="7" creationId="{BA0CDAD2-83AE-5D17-F234-A2790EAA7D61}"/>
          </ac:picMkLst>
        </pc:picChg>
      </pc:sldChg>
      <pc:sldChg chg="addSp modSp add mod modTransition">
        <pc:chgData name="MUHAMMAD IRFAN NABYL BIN MOHAMAD YAAKUB" userId="5f5f9c1a-70e9-4026-b845-667d53078a67" providerId="ADAL" clId="{FB0A4625-5635-42D2-81C4-3227F1CAD932}" dt="2025-10-27T15:21:06.567" v="3751"/>
        <pc:sldMkLst>
          <pc:docMk/>
          <pc:sldMk cId="3484972700" sldId="403"/>
        </pc:sldMkLst>
        <pc:spChg chg="add mod">
          <ac:chgData name="MUHAMMAD IRFAN NABYL BIN MOHAMAD YAAKUB" userId="5f5f9c1a-70e9-4026-b845-667d53078a67" providerId="ADAL" clId="{FB0A4625-5635-42D2-81C4-3227F1CAD932}" dt="2025-10-27T15:20:57.003" v="3749"/>
          <ac:spMkLst>
            <pc:docMk/>
            <pc:sldMk cId="3484972700" sldId="403"/>
            <ac:spMk id="2" creationId="{45E4AEBA-C39C-848A-27E4-30E660C84F67}"/>
          </ac:spMkLst>
        </pc:spChg>
        <pc:spChg chg="mod">
          <ac:chgData name="MUHAMMAD IRFAN NABYL BIN MOHAMAD YAAKUB" userId="5f5f9c1a-70e9-4026-b845-667d53078a67" providerId="ADAL" clId="{FB0A4625-5635-42D2-81C4-3227F1CAD932}" dt="2025-10-27T15:19:27.567" v="3703" actId="20577"/>
          <ac:spMkLst>
            <pc:docMk/>
            <pc:sldMk cId="3484972700" sldId="403"/>
            <ac:spMk id="4" creationId="{F91A1439-FD33-2D5C-ECEE-00760872AF1D}"/>
          </ac:spMkLst>
        </pc:spChg>
        <pc:spChg chg="mod">
          <ac:chgData name="MUHAMMAD IRFAN NABYL BIN MOHAMAD YAAKUB" userId="5f5f9c1a-70e9-4026-b845-667d53078a67" providerId="ADAL" clId="{FB0A4625-5635-42D2-81C4-3227F1CAD932}" dt="2025-10-27T15:13:46.120" v="3213" actId="20577"/>
          <ac:spMkLst>
            <pc:docMk/>
            <pc:sldMk cId="3484972700" sldId="403"/>
            <ac:spMk id="5" creationId="{7796AC27-1DC7-67B4-31F8-E4CB0AD11595}"/>
          </ac:spMkLst>
        </pc:spChg>
        <pc:spChg chg="mod">
          <ac:chgData name="MUHAMMAD IRFAN NABYL BIN MOHAMAD YAAKUB" userId="5f5f9c1a-70e9-4026-b845-667d53078a67" providerId="ADAL" clId="{FB0A4625-5635-42D2-81C4-3227F1CAD932}" dt="2025-10-27T15:12:26.151" v="3068" actId="20577"/>
          <ac:spMkLst>
            <pc:docMk/>
            <pc:sldMk cId="3484972700" sldId="403"/>
            <ac:spMk id="110" creationId="{4F69EEFC-8D01-8654-83BB-239715BC718B}"/>
          </ac:spMkLst>
        </pc:spChg>
      </pc:sldChg>
      <pc:sldMasterChg chg="delSldLayout">
        <pc:chgData name="MUHAMMAD IRFAN NABYL BIN MOHAMAD YAAKUB" userId="5f5f9c1a-70e9-4026-b845-667d53078a67" providerId="ADAL" clId="{FB0A4625-5635-42D2-81C4-3227F1CAD932}" dt="2025-10-26T13:44:28.776" v="105" actId="47"/>
        <pc:sldMasterMkLst>
          <pc:docMk/>
          <pc:sldMasterMk cId="0" sldId="2147483658"/>
        </pc:sldMasterMkLst>
        <pc:sldLayoutChg chg="del">
          <pc:chgData name="MUHAMMAD IRFAN NABYL BIN MOHAMAD YAAKUB" userId="5f5f9c1a-70e9-4026-b845-667d53078a67" providerId="ADAL" clId="{FB0A4625-5635-42D2-81C4-3227F1CAD932}" dt="2025-10-26T13:44:28.776" v="105" actId="47"/>
          <pc:sldLayoutMkLst>
            <pc:docMk/>
            <pc:sldMasterMk cId="0" sldId="2147483658"/>
            <pc:sldLayoutMk cId="0" sldId="214748365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199153A-63E9-DBFB-D9FE-7B6B52D0D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81BEDE7E-C08C-992E-7036-061612FDF8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E563A539-B370-6847-C1E8-DA3D7D1F81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0399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D17E21D-0B20-11E3-1D06-E398E31C3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2F7F124F-319F-FB3F-F06E-906A8022A1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563383F7-9C07-F43F-06AE-4FCEB8ECE9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27225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FCAA18F-DE28-A781-6F99-7F0ADF4D4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B29576CA-EDA2-0776-3318-93D5ED1331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2D0377D0-C69D-973B-F506-085916C3AE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6650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6608B0A1-3154-C88F-B645-E5E72FAD9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AF908505-86EB-FE04-C77A-2934211184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DB43D811-1252-032F-FD7D-ED18B0EE21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06901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F22B730-87C7-40C6-50D2-327ADD1D7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50A8354A-EC8B-6131-908E-5DDF0311E7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A27F2FDB-84DF-04F3-6904-2CC45BDF99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01031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A5ABF1D-8442-F1F3-139A-62A94F234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93905540-20C2-DEE9-5EEC-4AE7838B6F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0C52D753-181B-BDE3-28FB-4A12091731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64485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9AB4687-8AF9-4AD8-F209-0ADAF2475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B4F96CC1-AC67-8D0A-4A88-1039B5D2AD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8DB02435-06D8-2D10-A6E2-9954DF859F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19882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5322746-A3D8-E08F-39D0-AB80DCEA3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645435D9-6F01-F4D9-2851-48FA3FCB21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B149E03E-1A89-2576-3372-3400C073DB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47716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C81D0D8-5DC4-1914-4C3A-ECB2F23D0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7B8380FB-2FD4-74A9-DAFB-B68C6EE14E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4AE18120-DA41-D4AD-2EC8-BF1B58AC6B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2957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408A361-701F-A9DC-4F57-49320833D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25750FDB-1E51-FE27-42FD-4A67A65243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221F26CF-F8A2-6178-83E3-4D1E6CDD2A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73921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61FE04EB-7323-FA6B-4219-DBB74FD8B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1D92F1EF-5F81-8C6B-5673-784AA858B9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E6799959-0E94-044F-FB86-4916C711C0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59830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95C6B11-1ED4-0535-19EF-5F17D70DC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39A4F082-486C-1AED-D1DC-25640EF440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5802DF5F-E1B2-9342-F60D-CE0745723D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83712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A5B2BBF-BC47-F5E1-E8E1-DB5E885DC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F1655B82-BD34-F5F9-DD13-3CE2559B2E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AE82BEAD-E9FD-4ACB-6A19-09BE887CB1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80030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B99BD40-B866-F2BF-9F04-C4E7E9A45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D94C982D-593F-D18C-C320-2A97D9C91F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E3720D5A-28EA-7109-016F-8FD7D157E6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32950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629D403-FE67-9980-7840-C68638FC8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7F614AA6-6058-6D78-8D8F-956D8BF07E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3990371E-55F8-5B32-6B78-889E4F0FE3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58307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C4555C31-9A71-DEB7-BBBB-EBE065E77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BCFC81FD-E948-2D20-65D1-581D3B260E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8D26DA86-4B9F-BDF6-52A5-01AA8DE1DC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55512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66EA641-B4D4-0EF3-5148-DDB741ADA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08F58995-D877-D061-9AD4-B293F1C8EF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F5D58CBF-D776-6BB9-DE6D-7FE7F9D5C5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25312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B059790-2AAA-FEA6-298C-15DB1C65E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8E404FAF-DFB0-C9C2-CE85-020FA6E2D6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5B8626A4-4CD1-DF33-DD0B-C7F7A55EE7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58014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C39B5B49-D4D4-0B42-3E97-15F1FF3F4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124B348C-E1C1-DEFD-A33D-774F731F7D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E752FC86-5396-CE11-82AD-F1F6F17081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80857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B36FFB1-8615-D6B7-920E-93468010B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787808F5-2458-0B10-AC4D-8EAEEA200C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17DE6CEF-CD72-F6C9-7BCE-E8F89C01C3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73610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60104E01-B966-8E3B-CFCA-56ADD6F70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69E88983-AB40-8F6F-1E64-87FCD773EF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576B8BED-BA00-F4D5-897A-2C40D86ABC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27143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6EBC815C-55EC-53B7-B4BD-EFB4DCFF1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222F64D4-BC3E-2467-9FCB-655AEC2FE3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3F93B68B-8B46-6B57-6D60-F3167FAE53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82079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9908023-FAEE-3187-F5B0-C6EE0F0B0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9BDC1C53-61C9-9694-9664-80A4E8AE4D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664807A4-EFA3-D01D-10DF-DA82B5628D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55760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B112CFE-F029-FA52-965A-361F49C72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0245D595-B58D-0001-18C4-3ED67A8673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90EA301F-5D62-6D60-53E2-066E317D08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81854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71BCB64-A70B-05BC-0C86-F0F12BFAB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C7239E09-D44F-930D-4E54-BC8CC3F28B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F287C74B-272F-6F9B-6D28-06CE482F48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52641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EF0E39F-BBB5-A8CC-B9FF-27843CE61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17C6A3F9-2AF8-9798-A1FF-B8145E51FD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7DC1773B-949B-75F9-422F-4DF23AB7C8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5381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C4A31D89-1D72-60B4-6892-7327A83B8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AC5A11FC-4E22-2091-A0B2-608040851A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88EF21B2-A388-D900-81FC-0AC667B1FD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953504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D1E2347-4EF0-20EF-4A68-48A040BE9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2EFEC81C-9FA5-0B57-B97C-EAE8A94778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31CE3446-B274-0FFD-DF82-3F041BA694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28987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90F62A9-2BA6-5449-05B7-2C47D1CBD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13DEFBA9-2725-2D22-2001-A382616F91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6AE135BC-A523-1E47-EDF7-FC1ADE8996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640247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E25501F-C3D5-3BAA-4D67-87B71EBCF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2A0B383B-E8A5-86D1-A0C1-C954379D58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9400FDA9-5861-AC71-B311-1B9872816F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974074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3F7768F-30A1-61F2-F504-70C8D87DD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E3368266-36F6-C72C-CD92-DE440FD0A4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13C8E525-4CD0-29FE-0C65-54012A807D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664619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1B600627-0323-F1C0-81F6-8D6728188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869130FC-EBC0-9089-483F-04911401C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2EC41118-171E-CAD8-E39B-52F64CA3E5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59306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A6B12DD-52B3-5901-7DEF-BACB31B13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4222F2A1-FE5A-CF92-88FA-01F0D12B76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3045D0D0-85DD-1DC1-5845-170256F31E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264768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069E110-A4E9-1E1B-8250-0D32440B9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B36120A2-0F8B-A394-9BDE-DA39E85A60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F5EB9413-1F15-E6D9-19FE-B1253E442A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150978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BEA70A7C-5BD6-A429-A4F5-D50ABBC1B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3DCA4FC2-FB5F-1564-2D14-68034C841E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9F5D2BD8-268A-ED31-74B8-6864864053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569145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3ADF802-7D88-9940-FB8E-86B96A87F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76817DE3-1DFC-1545-B2D8-C83E5209A0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DEBAE2B3-163D-94D5-4D24-28F936309A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011680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2BC1E78-764F-67B8-AC55-6F59D31F7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F251B575-1519-DFBE-4251-7306F4ADA7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8701A081-426D-C83A-C3DE-94EF4570E0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367622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5722483-B773-B7F4-35D7-83A15DF62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D94E11DB-0F2F-E342-CE3C-12BB0F624F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FF0ED08B-4B4C-9546-F4DF-5B543B172A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291163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>
          <a:extLst>
            <a:ext uri="{FF2B5EF4-FFF2-40B4-BE49-F238E27FC236}">
              <a16:creationId xmlns:a16="http://schemas.microsoft.com/office/drawing/2014/main" id="{503193C7-E2DC-421F-9ADE-E7762D675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5ed75ccf_022:notes">
            <a:extLst>
              <a:ext uri="{FF2B5EF4-FFF2-40B4-BE49-F238E27FC236}">
                <a16:creationId xmlns:a16="http://schemas.microsoft.com/office/drawing/2014/main" id="{AB9E63B8-17A0-1EF1-3FDF-19B2125882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5ed75ccf_022:notes">
            <a:extLst>
              <a:ext uri="{FF2B5EF4-FFF2-40B4-BE49-F238E27FC236}">
                <a16:creationId xmlns:a16="http://schemas.microsoft.com/office/drawing/2014/main" id="{A7FD2AEF-CC98-0F0E-4999-02F4FB5C71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7212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700185" y="1991850"/>
            <a:ext cx="58074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7337531" y="4630074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7790243" y="4182401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893253" y="3333348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8771302" y="4923775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386266" y="508134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479460" y="2703980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261540" y="643097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507235" y="1080863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8314019" y="3625322"/>
            <a:ext cx="144300" cy="1440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8882858" y="4186761"/>
            <a:ext cx="144300" cy="1440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158313" y="1596559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1396483" y="226428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617492" y="2000594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3425273" y="387880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8014029" y="4567546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>
            <a:spLocks noGrp="1"/>
          </p:cNvSpPr>
          <p:nvPr>
            <p:ph type="ctrTitle"/>
          </p:nvPr>
        </p:nvSpPr>
        <p:spPr>
          <a:xfrm>
            <a:off x="1546025" y="1754794"/>
            <a:ext cx="58326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1"/>
          </p:nvPr>
        </p:nvSpPr>
        <p:spPr>
          <a:xfrm>
            <a:off x="1546025" y="3011511"/>
            <a:ext cx="58326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8892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body" idx="1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◎"/>
              <a:defRPr sz="2400"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◉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59641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blipFill>
          <a:blip r:embed="rId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9" r:id="rId3"/>
    <p:sldLayoutId id="2147483660" r:id="rId4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7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1B0E2E48-9745-2359-D43D-97336F45A2D3}"/>
              </a:ext>
            </a:extLst>
          </p:cNvPr>
          <p:cNvSpPr txBox="1">
            <a:spLocks/>
          </p:cNvSpPr>
          <p:nvPr/>
        </p:nvSpPr>
        <p:spPr>
          <a:xfrm>
            <a:off x="2595355" y="9585"/>
            <a:ext cx="3953295" cy="50780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 algn="ctr">
              <a:buFont typeface="Source Sans Pro"/>
              <a:buNone/>
            </a:pPr>
            <a:r>
              <a:rPr lang="en-US" sz="1600" b="1" noProof="1"/>
              <a:t>TMA3084 Software Engineering Lab (G01)</a:t>
            </a:r>
          </a:p>
        </p:txBody>
      </p:sp>
      <p:sp>
        <p:nvSpPr>
          <p:cNvPr id="70" name="Google Shape;70;p12"/>
          <p:cNvSpPr txBox="1">
            <a:spLocks noGrp="1"/>
          </p:cNvSpPr>
          <p:nvPr>
            <p:ph type="ctrTitle"/>
          </p:nvPr>
        </p:nvSpPr>
        <p:spPr>
          <a:xfrm>
            <a:off x="0" y="663566"/>
            <a:ext cx="9144001" cy="1908184"/>
          </a:xfrm>
          <a:prstGeom prst="rect">
            <a:avLst/>
          </a:prstGeom>
        </p:spPr>
        <p:txBody>
          <a:bodyPr spcFirstLastPara="1" wrap="square" lIns="914400" tIns="91425" rIns="914400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noProof="1"/>
              <a:t>Lab 02 Lesson 03</a:t>
            </a:r>
            <a:br>
              <a:rPr lang="en-US" sz="2800" noProof="1"/>
            </a:br>
            <a:br>
              <a:rPr lang="en-US" sz="2800" noProof="1"/>
            </a:br>
            <a:r>
              <a:rPr lang="en-US" sz="2800" b="0" noProof="1"/>
              <a:t>Dart Functions &amp; Object-Oriented Programming (OOP)</a:t>
            </a:r>
          </a:p>
        </p:txBody>
      </p:sp>
      <p:pic>
        <p:nvPicPr>
          <p:cNvPr id="3" name="Picture 2" descr="A black and blue logo&#10;&#10;AI-generated content may be incorrect.">
            <a:extLst>
              <a:ext uri="{FF2B5EF4-FFF2-40B4-BE49-F238E27FC236}">
                <a16:creationId xmlns:a16="http://schemas.microsoft.com/office/drawing/2014/main" id="{F2E8E5F2-D524-FC3C-9275-FEECE1E78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7" name="Google Shape;87;p14">
            <a:extLst>
              <a:ext uri="{FF2B5EF4-FFF2-40B4-BE49-F238E27FC236}">
                <a16:creationId xmlns:a16="http://schemas.microsoft.com/office/drawing/2014/main" id="{EB7381B7-BF6D-DFBC-ACBE-2D53885689C4}"/>
              </a:ext>
            </a:extLst>
          </p:cNvPr>
          <p:cNvSpPr txBox="1">
            <a:spLocks/>
          </p:cNvSpPr>
          <p:nvPr/>
        </p:nvSpPr>
        <p:spPr>
          <a:xfrm>
            <a:off x="2180976" y="2571750"/>
            <a:ext cx="4782048" cy="180046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 algn="ctr">
              <a:buFont typeface="Source Sans Pro"/>
              <a:buNone/>
            </a:pPr>
            <a:r>
              <a:rPr lang="en-US" sz="1600" b="1" noProof="1"/>
              <a:t>Lab Demonstrator</a:t>
            </a:r>
          </a:p>
          <a:p>
            <a:pPr marL="0" indent="0" algn="ctr">
              <a:buFont typeface="Source Sans Pro"/>
              <a:buNone/>
            </a:pPr>
            <a:r>
              <a:rPr lang="en-US" sz="1600" noProof="1"/>
              <a:t>Muhammad Irfan Nabyl bin Mohamad Yaakub (84712)</a:t>
            </a:r>
          </a:p>
          <a:p>
            <a:pPr marL="0" indent="0" algn="ctr">
              <a:buFont typeface="Source Sans Pro"/>
              <a:buNone/>
            </a:pPr>
            <a:endParaRPr lang="en-US" sz="1600" noProof="1"/>
          </a:p>
          <a:p>
            <a:pPr marL="0" indent="0" algn="ctr">
              <a:buFont typeface="Source Sans Pro"/>
              <a:buNone/>
            </a:pPr>
            <a:r>
              <a:rPr lang="en-US" sz="1600" b="1" noProof="1"/>
              <a:t>Lecturer</a:t>
            </a:r>
          </a:p>
          <a:p>
            <a:pPr marL="0" indent="0" algn="ctr">
              <a:buFont typeface="Source Sans Pro"/>
              <a:buNone/>
            </a:pPr>
            <a:r>
              <a:rPr lang="en-US" sz="1600" noProof="1"/>
              <a:t>Ts Nurfauza binti Jali</a:t>
            </a:r>
          </a:p>
        </p:txBody>
      </p:sp>
      <p:sp>
        <p:nvSpPr>
          <p:cNvPr id="2" name="Google Shape;87;p14">
            <a:extLst>
              <a:ext uri="{FF2B5EF4-FFF2-40B4-BE49-F238E27FC236}">
                <a16:creationId xmlns:a16="http://schemas.microsoft.com/office/drawing/2014/main" id="{FFF35418-BBC9-D976-6BC2-F17CE2E2A125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10;p17">
            <a:extLst>
              <a:ext uri="{FF2B5EF4-FFF2-40B4-BE49-F238E27FC236}">
                <a16:creationId xmlns:a16="http://schemas.microsoft.com/office/drawing/2014/main" id="{4AF5FB3C-6B62-77A7-3690-7DD0748A0F6B}"/>
              </a:ext>
            </a:extLst>
          </p:cNvPr>
          <p:cNvSpPr txBox="1">
            <a:spLocks/>
          </p:cNvSpPr>
          <p:nvPr/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Roboto Slab"/>
              <a:buNone/>
              <a:defRPr sz="44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Roboto Slab"/>
              <a:buNone/>
              <a:defRPr sz="44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Roboto Slab"/>
              <a:buNone/>
              <a:defRPr sz="44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Roboto Slab"/>
              <a:buNone/>
              <a:defRPr sz="44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Roboto Slab"/>
              <a:buNone/>
              <a:defRPr sz="44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Roboto Slab"/>
              <a:buNone/>
              <a:defRPr sz="44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Roboto Slab"/>
              <a:buNone/>
              <a:defRPr sz="44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Roboto Slab"/>
              <a:buNone/>
              <a:defRPr sz="44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Roboto Slab"/>
              <a:buNone/>
              <a:defRPr sz="44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2800" noProof="1"/>
              <a:t>Table of Contents</a:t>
            </a:r>
          </a:p>
        </p:txBody>
      </p:sp>
      <p:sp>
        <p:nvSpPr>
          <p:cNvPr id="7" name="Google Shape;111;p17">
            <a:extLst>
              <a:ext uri="{FF2B5EF4-FFF2-40B4-BE49-F238E27FC236}">
                <a16:creationId xmlns:a16="http://schemas.microsoft.com/office/drawing/2014/main" id="{8D3A46E9-C49E-BBC2-7375-83E4A9118D31}"/>
              </a:ext>
            </a:extLst>
          </p:cNvPr>
          <p:cNvSpPr txBox="1">
            <a:spLocks/>
          </p:cNvSpPr>
          <p:nvPr/>
        </p:nvSpPr>
        <p:spPr>
          <a:xfrm>
            <a:off x="786150" y="1010720"/>
            <a:ext cx="7571700" cy="35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2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Source Sans Pro"/>
              <a:buNone/>
              <a:defRPr sz="3000" b="0" i="0" u="none" strike="noStrike" cap="none">
                <a:solidFill>
                  <a:schemeClr val="accent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Source Sans Pro"/>
              <a:buNone/>
              <a:defRPr sz="3000" b="0" i="0" u="none" strike="noStrike" cap="none">
                <a:solidFill>
                  <a:schemeClr val="accent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Source Sans Pro"/>
              <a:buNone/>
              <a:defRPr sz="3000" b="0" i="0" u="none" strike="noStrike" cap="none">
                <a:solidFill>
                  <a:schemeClr val="accent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Source Sans Pro"/>
              <a:buNone/>
              <a:defRPr sz="3000" b="0" i="0" u="none" strike="noStrike" cap="none">
                <a:solidFill>
                  <a:schemeClr val="accent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Source Sans Pro"/>
              <a:buNone/>
              <a:defRPr sz="3000" b="0" i="0" u="none" strike="noStrike" cap="none">
                <a:solidFill>
                  <a:schemeClr val="accent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Source Sans Pro"/>
              <a:buNone/>
              <a:defRPr sz="3000" b="0" i="0" u="none" strike="noStrike" cap="none">
                <a:solidFill>
                  <a:schemeClr val="accent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Source Sans Pro"/>
              <a:buNone/>
              <a:defRPr sz="3000" b="0" i="0" u="none" strike="noStrike" cap="none">
                <a:solidFill>
                  <a:schemeClr val="accent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Source Sans Pro"/>
              <a:buNone/>
              <a:defRPr sz="3000" b="0" i="0" u="none" strike="noStrike" cap="none">
                <a:solidFill>
                  <a:schemeClr val="accent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Source Sans Pro"/>
              <a:buNone/>
              <a:defRPr sz="3000" b="0" i="0" u="none" strike="noStrike" cap="none">
                <a:solidFill>
                  <a:schemeClr val="accent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-381000">
              <a:spcBef>
                <a:spcPts val="600"/>
              </a:spcBef>
              <a:buSzPts val="2400"/>
              <a:buFont typeface="Source Sans Pro"/>
              <a:buChar char="◎"/>
            </a:pPr>
            <a:r>
              <a:rPr lang="en-US" sz="1600" noProof="1"/>
              <a:t>Functions</a:t>
            </a:r>
          </a:p>
          <a:p>
            <a:pPr lvl="1">
              <a:spcBef>
                <a:spcPts val="600"/>
              </a:spcBef>
              <a:buSzPts val="2400"/>
              <a:buFont typeface="Source Sans Pro"/>
              <a:buChar char="◎"/>
            </a:pPr>
            <a:r>
              <a:rPr lang="en-US" sz="1600" noProof="1"/>
              <a:t>Function Structure</a:t>
            </a:r>
          </a:p>
          <a:p>
            <a:pPr lvl="1">
              <a:spcBef>
                <a:spcPts val="600"/>
              </a:spcBef>
              <a:buSzPts val="2400"/>
              <a:buFont typeface="Source Sans Pro"/>
              <a:buChar char="◎"/>
            </a:pPr>
            <a:r>
              <a:rPr lang="en-US" sz="1600" noProof="1"/>
              <a:t>Creating a Function</a:t>
            </a:r>
          </a:p>
          <a:p>
            <a:pPr lvl="1">
              <a:spcBef>
                <a:spcPts val="600"/>
              </a:spcBef>
              <a:buSzPts val="2400"/>
              <a:buFont typeface="Source Sans Pro"/>
              <a:buChar char="◎"/>
            </a:pPr>
            <a:r>
              <a:rPr lang="en-US" sz="1600" noProof="1"/>
              <a:t>Function Return Data Types</a:t>
            </a:r>
          </a:p>
          <a:p>
            <a:pPr lvl="1">
              <a:spcBef>
                <a:spcPts val="600"/>
              </a:spcBef>
              <a:buSzPts val="2400"/>
              <a:buFont typeface="Source Sans Pro"/>
              <a:buChar char="◎"/>
            </a:pPr>
            <a:r>
              <a:rPr lang="en-US" sz="1600" noProof="1"/>
              <a:t>Void Function</a:t>
            </a:r>
          </a:p>
          <a:p>
            <a:pPr lvl="1">
              <a:spcBef>
                <a:spcPts val="600"/>
              </a:spcBef>
              <a:buSzPts val="2400"/>
              <a:buFont typeface="Source Sans Pro"/>
              <a:buChar char="◎"/>
            </a:pPr>
            <a:r>
              <a:rPr lang="en-US" sz="1600" noProof="1"/>
              <a:t>Function Returning Expression</a:t>
            </a:r>
          </a:p>
          <a:p>
            <a:pPr lvl="1">
              <a:spcBef>
                <a:spcPts val="600"/>
              </a:spcBef>
              <a:buSzPts val="2400"/>
              <a:buFont typeface="Source Sans Pro"/>
              <a:buChar char="◎"/>
            </a:pPr>
            <a:r>
              <a:rPr lang="en-US" sz="1600" noProof="1"/>
              <a:t>Functions and Variable Scope</a:t>
            </a:r>
          </a:p>
          <a:p>
            <a:pPr lvl="1">
              <a:spcBef>
                <a:spcPts val="600"/>
              </a:spcBef>
              <a:buSzPts val="2400"/>
              <a:buFont typeface="Source Sans Pro"/>
              <a:buChar char="◎"/>
            </a:pPr>
            <a:r>
              <a:rPr lang="en-US" sz="1600" noProof="1"/>
              <a:t>Object-Oriented Programming (OOP)</a:t>
            </a:r>
          </a:p>
          <a:p>
            <a:pPr lvl="1">
              <a:spcBef>
                <a:spcPts val="600"/>
              </a:spcBef>
              <a:buSzPts val="2400"/>
              <a:buFont typeface="Source Sans Pro"/>
              <a:buChar char="◎"/>
            </a:pPr>
            <a:r>
              <a:rPr lang="en-US" sz="1600" noProof="1"/>
              <a:t>Object</a:t>
            </a:r>
          </a:p>
          <a:p>
            <a:pPr indent="-381000">
              <a:spcBef>
                <a:spcPts val="600"/>
              </a:spcBef>
              <a:buSzPts val="2400"/>
              <a:buFont typeface="Source Sans Pro"/>
              <a:buChar char="◎"/>
            </a:pPr>
            <a:r>
              <a:rPr lang="en-US" sz="1600" noProof="1"/>
              <a:t>Class</a:t>
            </a:r>
          </a:p>
          <a:p>
            <a:pPr lvl="1">
              <a:spcBef>
                <a:spcPts val="600"/>
              </a:spcBef>
              <a:buSzPts val="2400"/>
              <a:buFont typeface="Source Sans Pro"/>
              <a:buChar char="◎"/>
            </a:pPr>
            <a:r>
              <a:rPr lang="en-US" sz="1600" noProof="1"/>
              <a:t>Creating a Class</a:t>
            </a:r>
          </a:p>
          <a:p>
            <a:pPr lvl="1">
              <a:spcBef>
                <a:spcPts val="600"/>
              </a:spcBef>
              <a:buSzPts val="2400"/>
              <a:buFont typeface="Source Sans Pro"/>
              <a:buChar char="◎"/>
            </a:pPr>
            <a:r>
              <a:rPr lang="en-US" sz="1600" noProof="1"/>
              <a:t>Adding Methods to Classes</a:t>
            </a:r>
          </a:p>
          <a:p>
            <a:pPr lvl="1">
              <a:spcBef>
                <a:spcPts val="600"/>
              </a:spcBef>
              <a:buSzPts val="2400"/>
              <a:buFont typeface="Source Sans Pro"/>
              <a:buChar char="◎"/>
            </a:pPr>
            <a:r>
              <a:rPr lang="en-US" sz="1600" noProof="1"/>
              <a:t>Your Classes</a:t>
            </a:r>
          </a:p>
          <a:p>
            <a:pPr lvl="1">
              <a:spcBef>
                <a:spcPts val="600"/>
              </a:spcBef>
              <a:buSzPts val="2400"/>
              <a:buFont typeface="Source Sans Pro"/>
              <a:buChar char="◎"/>
            </a:pPr>
            <a:r>
              <a:rPr lang="en-US" sz="1600" noProof="1"/>
              <a:t>Class — Getters and Setters</a:t>
            </a:r>
          </a:p>
          <a:p>
            <a:pPr lvl="1">
              <a:spcBef>
                <a:spcPts val="600"/>
              </a:spcBef>
              <a:buSzPts val="2400"/>
              <a:buFont typeface="Source Sans Pro"/>
              <a:buChar char="◎"/>
            </a:pPr>
            <a:r>
              <a:rPr lang="en-US" sz="1600" noProof="1"/>
              <a:t>Class Inheritance</a:t>
            </a:r>
          </a:p>
          <a:p>
            <a:pPr lvl="1">
              <a:spcBef>
                <a:spcPts val="600"/>
              </a:spcBef>
              <a:buSzPts val="2400"/>
              <a:buFont typeface="Source Sans Pro"/>
              <a:buChar char="◎"/>
            </a:pPr>
            <a:r>
              <a:rPr lang="en-US" sz="1600" noProof="1"/>
              <a:t>Abstract Class</a:t>
            </a:r>
          </a:p>
          <a:p>
            <a:pPr lvl="1">
              <a:spcBef>
                <a:spcPts val="600"/>
              </a:spcBef>
              <a:buSzPts val="2400"/>
              <a:buFont typeface="Source Sans Pro"/>
              <a:buChar char="◎"/>
            </a:pPr>
            <a:r>
              <a:rPr lang="en-US" sz="1600" noProof="1"/>
              <a:t>Dart Project Structure and Dart Libraries</a:t>
            </a:r>
          </a:p>
          <a:p>
            <a:pPr indent="-381000">
              <a:spcBef>
                <a:spcPts val="600"/>
              </a:spcBef>
              <a:buSzPts val="2400"/>
              <a:buFont typeface="Source Sans Pro"/>
              <a:buChar char="◎"/>
            </a:pPr>
            <a:r>
              <a:rPr lang="en-US" sz="1600" b="1" noProof="1"/>
              <a:t>Lab 3: Create a Small Overtime Payment Program</a:t>
            </a:r>
          </a:p>
        </p:txBody>
      </p:sp>
      <p:pic>
        <p:nvPicPr>
          <p:cNvPr id="8" name="Picture 7" descr="A black and blue logo&#10;&#10;AI-generated content may be incorrect.">
            <a:extLst>
              <a:ext uri="{FF2B5EF4-FFF2-40B4-BE49-F238E27FC236}">
                <a16:creationId xmlns:a16="http://schemas.microsoft.com/office/drawing/2014/main" id="{F0CB88BA-F23D-89CA-EF87-D4A7C6AD0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2" name="Google Shape;87;p14">
            <a:extLst>
              <a:ext uri="{FF2B5EF4-FFF2-40B4-BE49-F238E27FC236}">
                <a16:creationId xmlns:a16="http://schemas.microsoft.com/office/drawing/2014/main" id="{8EC2FC12-B739-2F34-90ED-81496958B3CF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2001392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noProof="1"/>
              <a:t>Function</a:t>
            </a:r>
            <a:endParaRPr lang="en-US" noProof="1"/>
          </a:p>
        </p:txBody>
      </p:sp>
      <p:sp>
        <p:nvSpPr>
          <p:cNvPr id="111" name="Google Shape;111;p17"/>
          <p:cNvSpPr txBox="1">
            <a:spLocks noGrp="1"/>
          </p:cNvSpPr>
          <p:nvPr>
            <p:ph type="body" idx="1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2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noProof="1"/>
              <a:t>A set of programming statements</a:t>
            </a:r>
          </a:p>
          <a:p>
            <a:pPr>
              <a:lnSpc>
                <a:spcPct val="150000"/>
              </a:lnSpc>
            </a:pPr>
            <a:r>
              <a:rPr lang="en-US" sz="1600" noProof="1"/>
              <a:t>Can be called at any location of the program</a:t>
            </a:r>
          </a:p>
          <a:p>
            <a:pPr lvl="1">
              <a:lnSpc>
                <a:spcPct val="150000"/>
              </a:lnSpc>
            </a:pPr>
            <a:r>
              <a:rPr lang="en-US" sz="1600" noProof="1"/>
              <a:t>returns a result</a:t>
            </a:r>
          </a:p>
          <a:p>
            <a:pPr lvl="1">
              <a:lnSpc>
                <a:spcPct val="150000"/>
              </a:lnSpc>
            </a:pPr>
            <a:r>
              <a:rPr lang="en-US" sz="1600" noProof="1"/>
              <a:t>performs some operations</a:t>
            </a:r>
          </a:p>
          <a:p>
            <a:pPr>
              <a:lnSpc>
                <a:spcPct val="150000"/>
              </a:lnSpc>
            </a:pPr>
            <a:r>
              <a:rPr lang="en-US" sz="1600" noProof="1"/>
              <a:t>Saves time and effort in writing all the function statements one time</a:t>
            </a:r>
          </a:p>
          <a:p>
            <a:pPr>
              <a:lnSpc>
                <a:spcPct val="150000"/>
              </a:lnSpc>
            </a:pPr>
            <a:r>
              <a:rPr lang="en-US" sz="1600" noProof="1"/>
              <a:t>Help in organizing the program to structured parts</a:t>
            </a:r>
          </a:p>
          <a:p>
            <a:pPr lvl="1">
              <a:lnSpc>
                <a:spcPct val="150000"/>
              </a:lnSpc>
            </a:pPr>
            <a:r>
              <a:rPr lang="en-US" sz="1600" noProof="1"/>
              <a:t>program maintenance </a:t>
            </a:r>
          </a:p>
          <a:p>
            <a:pPr lvl="1">
              <a:lnSpc>
                <a:spcPct val="150000"/>
              </a:lnSpc>
            </a:pPr>
            <a:r>
              <a:rPr lang="en-US" sz="1600" noProof="1"/>
              <a:t>any future modifications </a:t>
            </a:r>
          </a:p>
          <a:p>
            <a:pPr>
              <a:lnSpc>
                <a:spcPct val="150000"/>
              </a:lnSpc>
            </a:pPr>
            <a:r>
              <a:rPr lang="en-US" sz="1600" noProof="1"/>
              <a:t>Has a unique name</a:t>
            </a:r>
          </a:p>
          <a:p>
            <a:pPr lvl="1">
              <a:lnSpc>
                <a:spcPct val="150000"/>
              </a:lnSpc>
            </a:pPr>
            <a:r>
              <a:rPr lang="en-US" sz="1600" noProof="1"/>
              <a:t>without the need to duplicate statements in multiple source code files</a:t>
            </a:r>
          </a:p>
          <a:p>
            <a:pPr>
              <a:lnSpc>
                <a:spcPct val="150000"/>
              </a:lnSpc>
            </a:pPr>
            <a:r>
              <a:rPr lang="en-US" sz="1600" noProof="1"/>
              <a:t>Come with a prewritten set of functions that are kept in a </a:t>
            </a:r>
            <a:r>
              <a:rPr lang="en-US" sz="1600" b="1" noProof="1"/>
              <a:t>library</a:t>
            </a:r>
          </a:p>
          <a:p>
            <a:pPr>
              <a:lnSpc>
                <a:spcPct val="150000"/>
              </a:lnSpc>
            </a:pPr>
            <a:endParaRPr lang="en-US" sz="1600" noProof="1"/>
          </a:p>
        </p:txBody>
      </p:sp>
      <p:sp>
        <p:nvSpPr>
          <p:cNvPr id="112" name="Google Shape;112;p17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3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020B55F4-CF76-8949-EFCD-2D4CF2FD3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2BD71019-1CEA-2F95-FBD1-3841D03EDE68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C28F44D-D016-2959-25FE-06D507299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3B548001-CCD1-12A4-847B-3207BF49FC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noProof="1"/>
              <a:t>Function Structure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F1D89C44-C321-68CC-7F15-1600FDDE28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2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noProof="1"/>
              <a:t>Function Name</a:t>
            </a:r>
          </a:p>
          <a:p>
            <a:pPr>
              <a:lnSpc>
                <a:spcPct val="150000"/>
              </a:lnSpc>
            </a:pPr>
            <a:r>
              <a:rPr lang="en-US" sz="1600" noProof="1"/>
              <a:t>Function Body</a:t>
            </a:r>
          </a:p>
          <a:p>
            <a:pPr>
              <a:lnSpc>
                <a:spcPct val="150000"/>
              </a:lnSpc>
            </a:pPr>
            <a:endParaRPr lang="en-US" sz="1600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6E71CDA8-EDD9-F0C6-626E-C1AD0487B8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4</a:t>
            </a:fld>
            <a:endParaRPr lang="en-US" noProof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98D7BC-911D-866F-77CF-CF317C26F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150" y="2687130"/>
            <a:ext cx="7571700" cy="21481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 descr="A black and blue logo&#10;&#10;AI-generated content may be incorrect.">
            <a:extLst>
              <a:ext uri="{FF2B5EF4-FFF2-40B4-BE49-F238E27FC236}">
                <a16:creationId xmlns:a16="http://schemas.microsoft.com/office/drawing/2014/main" id="{81C391E8-39B4-8C19-0720-1A28CB728E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4" name="Google Shape;87;p14">
            <a:extLst>
              <a:ext uri="{FF2B5EF4-FFF2-40B4-BE49-F238E27FC236}">
                <a16:creationId xmlns:a16="http://schemas.microsoft.com/office/drawing/2014/main" id="{223822CB-F305-66CA-357A-1BD845233EDF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3076920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C7BD497-F02D-B078-ACEA-C03E2CB32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D8F12A22-47A9-B9B6-71CA-27D0AC264B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noProof="1"/>
              <a:t>Creating a Function</a:t>
            </a:r>
            <a:endParaRPr lang="en-US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F0E585BC-D95B-A6D7-656C-E99C5532183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5</a:t>
            </a:fld>
            <a:endParaRPr lang="en-US" noProof="1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5920AC0-9B7D-B281-C33F-B9F563EEDF87}"/>
              </a:ext>
            </a:extLst>
          </p:cNvPr>
          <p:cNvSpPr txBox="1">
            <a:spLocks/>
          </p:cNvSpPr>
          <p:nvPr/>
        </p:nvSpPr>
        <p:spPr>
          <a:xfrm>
            <a:off x="786041" y="2866877"/>
            <a:ext cx="3675300" cy="141574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</a:p>
          <a:p>
            <a:pPr marL="558800" lvl="1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PrintSomething();  	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PrintSomething() {</a:t>
            </a:r>
          </a:p>
          <a:p>
            <a:pPr marL="558800" lvl="1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print("Hello Functions !!");</a:t>
            </a:r>
          </a:p>
          <a:p>
            <a:pPr marL="558800" lvl="1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print("Welcome to Canada");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136169-9BEA-42E3-728F-29A59DCAC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564" y="1200150"/>
            <a:ext cx="3675285" cy="1027343"/>
          </a:xfrm>
          <a:prstGeom prst="rect">
            <a:avLst/>
          </a:prstGeom>
        </p:spPr>
      </p:pic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BDD7503-CF45-2BF7-EB54-700B3AB9F216}"/>
              </a:ext>
            </a:extLst>
          </p:cNvPr>
          <p:cNvSpPr txBox="1">
            <a:spLocks/>
          </p:cNvSpPr>
          <p:nvPr/>
        </p:nvSpPr>
        <p:spPr>
          <a:xfrm>
            <a:off x="786041" y="1200150"/>
            <a:ext cx="3675300" cy="126185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main() {  	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PrintSomething() {</a:t>
            </a:r>
          </a:p>
          <a:p>
            <a:pPr marL="558800" lvl="1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print("Hello Functions !!");</a:t>
            </a:r>
          </a:p>
          <a:p>
            <a:pPr marL="558800" lvl="1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print("Welcome to Canada");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0785DB7-B15F-B728-947B-5786B7E68F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2658" y="2866877"/>
            <a:ext cx="3675191" cy="1321877"/>
          </a:xfrm>
          <a:prstGeom prst="rect">
            <a:avLst/>
          </a:prstGeom>
        </p:spPr>
      </p:pic>
      <p:pic>
        <p:nvPicPr>
          <p:cNvPr id="2" name="Picture 1" descr="A black and blue logo&#10;&#10;AI-generated content may be incorrect.">
            <a:extLst>
              <a:ext uri="{FF2B5EF4-FFF2-40B4-BE49-F238E27FC236}">
                <a16:creationId xmlns:a16="http://schemas.microsoft.com/office/drawing/2014/main" id="{354B00A4-C195-BD72-5685-900911C9DF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3" name="Google Shape;87;p14">
            <a:extLst>
              <a:ext uri="{FF2B5EF4-FFF2-40B4-BE49-F238E27FC236}">
                <a16:creationId xmlns:a16="http://schemas.microsoft.com/office/drawing/2014/main" id="{F1380E06-F5E7-DA69-0595-17D49F64A176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2980024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4264444-AF01-7163-DDD8-DB90519D3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BFA00DC9-5920-75B5-85EB-492FAB8687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noProof="1"/>
              <a:t>Function Return Data Types (1/3)</a:t>
            </a:r>
            <a:endParaRPr lang="en-US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9AB07AB7-0FA6-1FA0-A252-743E27FB86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6</a:t>
            </a:fld>
            <a:endParaRPr lang="en-US" noProof="1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0E502B7-D051-CC92-5B78-095DF0F0BD42}"/>
              </a:ext>
            </a:extLst>
          </p:cNvPr>
          <p:cNvSpPr txBox="1">
            <a:spLocks/>
          </p:cNvSpPr>
          <p:nvPr/>
        </p:nvSpPr>
        <p:spPr>
          <a:xfrm>
            <a:off x="786041" y="3051543"/>
            <a:ext cx="3675300" cy="141574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</a:p>
          <a:p>
            <a:pPr marL="558800" lvl="1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print(CourseName());  	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PrintSomething() {</a:t>
            </a:r>
          </a:p>
          <a:p>
            <a:pPr marL="558800" lvl="1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return "Flutter Application Development";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A6DCBCF-F0BC-728E-6E4A-173AF8EC418A}"/>
              </a:ext>
            </a:extLst>
          </p:cNvPr>
          <p:cNvSpPr txBox="1">
            <a:spLocks/>
          </p:cNvSpPr>
          <p:nvPr/>
        </p:nvSpPr>
        <p:spPr>
          <a:xfrm>
            <a:off x="786041" y="1200150"/>
            <a:ext cx="3675300" cy="141574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</a:p>
          <a:p>
            <a:pPr marL="558800" lvl="1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CourseName();  	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String CourseName() {</a:t>
            </a:r>
          </a:p>
          <a:p>
            <a:pPr marL="558800" lvl="1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return "Flutter Application Development";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4FE314-43A7-E039-AC35-C05A244D6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549" y="1200150"/>
            <a:ext cx="3675300" cy="10273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6BE7C6-F240-2650-F09B-C2372789EE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2549" y="3051543"/>
            <a:ext cx="3675300" cy="1289649"/>
          </a:xfrm>
          <a:prstGeom prst="rect">
            <a:avLst/>
          </a:prstGeom>
        </p:spPr>
      </p:pic>
      <p:pic>
        <p:nvPicPr>
          <p:cNvPr id="2" name="Picture 1" descr="A black and blue logo&#10;&#10;AI-generated content may be incorrect.">
            <a:extLst>
              <a:ext uri="{FF2B5EF4-FFF2-40B4-BE49-F238E27FC236}">
                <a16:creationId xmlns:a16="http://schemas.microsoft.com/office/drawing/2014/main" id="{7FA4B1D0-690D-C463-88AE-C58B31F844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4" name="Google Shape;87;p14">
            <a:extLst>
              <a:ext uri="{FF2B5EF4-FFF2-40B4-BE49-F238E27FC236}">
                <a16:creationId xmlns:a16="http://schemas.microsoft.com/office/drawing/2014/main" id="{90512CF5-D892-BB6F-D115-9CAB29A8A875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1868527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B340676-2263-81E8-FD23-72ADB5397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37C49047-7678-3718-D429-814BC5DD4C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noProof="1"/>
              <a:t>Function Return Data Types (2/3)</a:t>
            </a:r>
            <a:endParaRPr lang="en-US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2931C7CD-CAF3-E7D5-022B-FB66FFB00D2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7</a:t>
            </a:fld>
            <a:endParaRPr lang="en-US" noProof="1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B628466-03AB-72B3-DD30-6EB186DBA837}"/>
              </a:ext>
            </a:extLst>
          </p:cNvPr>
          <p:cNvSpPr txBox="1">
            <a:spLocks/>
          </p:cNvSpPr>
          <p:nvPr/>
        </p:nvSpPr>
        <p:spPr>
          <a:xfrm>
            <a:off x="786041" y="3236209"/>
            <a:ext cx="3675300" cy="141574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</a:p>
          <a:p>
            <a:pPr marL="558800" lvl="1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print('Sum result = ${sumCalculator(3, 7)}');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int sumCalculator(x, y) {</a:t>
            </a:r>
          </a:p>
          <a:p>
            <a:pPr marL="558800" lvl="1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var z = x + y;</a:t>
            </a:r>
          </a:p>
          <a:p>
            <a:pPr marL="558800" lvl="1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return z;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3BAB41E9-D194-1D9B-87BE-4140B6B2689C}"/>
              </a:ext>
            </a:extLst>
          </p:cNvPr>
          <p:cNvSpPr txBox="1">
            <a:spLocks/>
          </p:cNvSpPr>
          <p:nvPr/>
        </p:nvSpPr>
        <p:spPr>
          <a:xfrm>
            <a:off x="786041" y="1200150"/>
            <a:ext cx="3675300" cy="141574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</a:p>
          <a:p>
            <a:pPr marL="558800" lvl="1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var result = sumCalculator(3, 7);</a:t>
            </a:r>
          </a:p>
          <a:p>
            <a:pPr marL="558800" lvl="1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print('Sum result = $result');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int sumCalculator(x, y) {</a:t>
            </a:r>
          </a:p>
          <a:p>
            <a:pPr marL="558800" lvl="1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var z = x + y;</a:t>
            </a:r>
          </a:p>
          <a:p>
            <a:pPr marL="558800" lvl="1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return z;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49E877-873D-AD08-E0F7-85C9594D9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549" y="1200150"/>
            <a:ext cx="3675300" cy="127785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CB129D3-CB8C-0EB0-B087-1C80DEC1F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549" y="3236209"/>
            <a:ext cx="3675300" cy="1277853"/>
          </a:xfrm>
          <a:prstGeom prst="rect">
            <a:avLst/>
          </a:prstGeom>
        </p:spPr>
      </p:pic>
      <p:pic>
        <p:nvPicPr>
          <p:cNvPr id="3" name="Picture 2" descr="A black and blue logo&#10;&#10;AI-generated content may be incorrect.">
            <a:extLst>
              <a:ext uri="{FF2B5EF4-FFF2-40B4-BE49-F238E27FC236}">
                <a16:creationId xmlns:a16="http://schemas.microsoft.com/office/drawing/2014/main" id="{5741ADAD-719E-8F68-3129-A8F0FF5520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6" name="Google Shape;87;p14">
            <a:extLst>
              <a:ext uri="{FF2B5EF4-FFF2-40B4-BE49-F238E27FC236}">
                <a16:creationId xmlns:a16="http://schemas.microsoft.com/office/drawing/2014/main" id="{C68A9CDB-4EAD-5880-93F4-2F64E4C53C4B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3380586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3DE8353-8B28-087E-6D8C-AE0C10626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73F4BEE7-4386-B835-C7CB-65FAA4C313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noProof="1"/>
              <a:t>Function Return Data Types (3/3)</a:t>
            </a:r>
            <a:endParaRPr lang="en-US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0F7B46E0-545E-2824-6F6D-69270C31EEC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8</a:t>
            </a:fld>
            <a:endParaRPr lang="en-US" noProof="1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731EC40-716F-5FC4-59CF-89F89D71624E}"/>
              </a:ext>
            </a:extLst>
          </p:cNvPr>
          <p:cNvSpPr txBox="1">
            <a:spLocks/>
          </p:cNvSpPr>
          <p:nvPr/>
        </p:nvSpPr>
        <p:spPr>
          <a:xfrm>
            <a:off x="786041" y="1200150"/>
            <a:ext cx="3675300" cy="172351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</a:p>
          <a:p>
            <a:pPr marL="558800" lvl="1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print(age(20));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bool age(x) {</a:t>
            </a:r>
          </a:p>
          <a:p>
            <a:pPr marL="558800" lvl="1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if (x &gt;= 18) {</a:t>
            </a:r>
          </a:p>
          <a:p>
            <a:pPr marL="1016000" lvl="2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return true;</a:t>
            </a:r>
          </a:p>
          <a:p>
            <a:pPr marL="558800" lvl="1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 else {</a:t>
            </a:r>
          </a:p>
          <a:p>
            <a:pPr marL="1016000" lvl="2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return false;</a:t>
            </a:r>
          </a:p>
          <a:p>
            <a:pPr marL="558800" lvl="1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661680-6C58-11D5-4262-E4EC43060B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82550" y="1200150"/>
            <a:ext cx="3619030" cy="1260961"/>
          </a:xfrm>
          <a:prstGeom prst="rect">
            <a:avLst/>
          </a:prstGeom>
        </p:spPr>
      </p:pic>
      <p:pic>
        <p:nvPicPr>
          <p:cNvPr id="2" name="Picture 1" descr="A black and blue logo&#10;&#10;AI-generated content may be incorrect.">
            <a:extLst>
              <a:ext uri="{FF2B5EF4-FFF2-40B4-BE49-F238E27FC236}">
                <a16:creationId xmlns:a16="http://schemas.microsoft.com/office/drawing/2014/main" id="{24344278-28F3-BD57-4E48-03C63FD665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3" name="Google Shape;87;p14">
            <a:extLst>
              <a:ext uri="{FF2B5EF4-FFF2-40B4-BE49-F238E27FC236}">
                <a16:creationId xmlns:a16="http://schemas.microsoft.com/office/drawing/2014/main" id="{C62A734A-7B31-DD00-FD85-34309D21C685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1785418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23CD17B-F9DB-D66E-5E3B-E4CEB4A70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A8BF35CB-4A68-3CDB-771D-F6D5096639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noProof="1"/>
              <a:t>Void Function</a:t>
            </a:r>
            <a:endParaRPr lang="en-US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3789B323-DC70-E16B-7BDA-462B17B4B7C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9</a:t>
            </a:fld>
            <a:endParaRPr lang="en-US" noProof="1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20EAD16-5E1F-7D15-D04B-193D0D79C287}"/>
              </a:ext>
            </a:extLst>
          </p:cNvPr>
          <p:cNvSpPr txBox="1">
            <a:spLocks/>
          </p:cNvSpPr>
          <p:nvPr/>
        </p:nvSpPr>
        <p:spPr>
          <a:xfrm>
            <a:off x="786041" y="1200150"/>
            <a:ext cx="3675300" cy="2185183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</a:p>
          <a:p>
            <a:pPr marL="558800" lvl="1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myFunction();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void myFunction() {</a:t>
            </a:r>
          </a:p>
          <a:p>
            <a:pPr marL="558800" lvl="1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var firstName = 'George';</a:t>
            </a:r>
          </a:p>
          <a:p>
            <a:pPr marL="558800" lvl="1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if (firstName.startsWith('G')) {</a:t>
            </a:r>
          </a:p>
          <a:p>
            <a:pPr marL="1016000" lvl="2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print('The first name starts with G');</a:t>
            </a:r>
          </a:p>
          <a:p>
            <a:pPr marL="558800" lvl="1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 else {</a:t>
            </a:r>
          </a:p>
          <a:p>
            <a:pPr marL="1016000" lvl="2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print('The first name does not start with G');</a:t>
            </a:r>
          </a:p>
          <a:p>
            <a:pPr marL="558800" lvl="1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275FED-2291-1364-8439-4620CEC19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661" y="1200150"/>
            <a:ext cx="3619030" cy="1292510"/>
          </a:xfrm>
          <a:prstGeom prst="rect">
            <a:avLst/>
          </a:prstGeom>
        </p:spPr>
      </p:pic>
      <p:pic>
        <p:nvPicPr>
          <p:cNvPr id="5" name="Picture 4" descr="A black and blue logo&#10;&#10;AI-generated content may be incorrect.">
            <a:extLst>
              <a:ext uri="{FF2B5EF4-FFF2-40B4-BE49-F238E27FC236}">
                <a16:creationId xmlns:a16="http://schemas.microsoft.com/office/drawing/2014/main" id="{BFDB6EB9-28A0-85B2-4740-11FA4A91A4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2" name="Google Shape;87;p14">
            <a:extLst>
              <a:ext uri="{FF2B5EF4-FFF2-40B4-BE49-F238E27FC236}">
                <a16:creationId xmlns:a16="http://schemas.microsoft.com/office/drawing/2014/main" id="{8BA9DC62-C2D4-6E77-4C4E-BA439EF5EA48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968769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FEC793D-880A-616B-515F-A1D7D534E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786FA3C0-BA01-8302-6EEC-8F9079DBD7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noProof="1"/>
              <a:t>Function Returning Expression (1/2)</a:t>
            </a:r>
            <a:endParaRPr lang="en-US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6996D18B-64B0-3444-6E70-D0D3562FA7D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10</a:t>
            </a:fld>
            <a:endParaRPr lang="en-US" noProof="1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AB56672-C078-9ACD-5D67-603A06A816CF}"/>
              </a:ext>
            </a:extLst>
          </p:cNvPr>
          <p:cNvSpPr txBox="1">
            <a:spLocks/>
          </p:cNvSpPr>
          <p:nvPr/>
        </p:nvSpPr>
        <p:spPr>
          <a:xfrm>
            <a:off x="786041" y="1200150"/>
            <a:ext cx="3675300" cy="233907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</a:p>
          <a:p>
            <a:pPr marL="558800" lvl="1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print('The sum result is: ${sum(3, 5)}');</a:t>
            </a:r>
          </a:p>
          <a:p>
            <a:pPr marL="558800" lvl="1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print('The multiply result is: ${multiply(3, 5)}');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sum(x, y) {</a:t>
            </a:r>
          </a:p>
          <a:p>
            <a:pPr marL="558800" lvl="1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var z = x + y;</a:t>
            </a:r>
          </a:p>
          <a:p>
            <a:pPr marL="558800" lvl="1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return z;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multiply(x, y) {</a:t>
            </a:r>
          </a:p>
          <a:p>
            <a:pPr marL="558800" lvl="1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var w = x * y;</a:t>
            </a:r>
          </a:p>
          <a:p>
            <a:pPr marL="558800" lvl="1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return w;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429EEC-FEC6-D539-1A84-A5D038FFD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550" y="1200150"/>
            <a:ext cx="3619030" cy="1301677"/>
          </a:xfrm>
          <a:prstGeom prst="rect">
            <a:avLst/>
          </a:prstGeom>
        </p:spPr>
      </p:pic>
      <p:pic>
        <p:nvPicPr>
          <p:cNvPr id="2" name="Picture 1" descr="A black and blue logo&#10;&#10;AI-generated content may be incorrect.">
            <a:extLst>
              <a:ext uri="{FF2B5EF4-FFF2-40B4-BE49-F238E27FC236}">
                <a16:creationId xmlns:a16="http://schemas.microsoft.com/office/drawing/2014/main" id="{914D3CA6-AD81-7580-F88D-5F2E62E163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4" name="Google Shape;87;p14">
            <a:extLst>
              <a:ext uri="{FF2B5EF4-FFF2-40B4-BE49-F238E27FC236}">
                <a16:creationId xmlns:a16="http://schemas.microsoft.com/office/drawing/2014/main" id="{959D71EA-F489-57D8-820E-00164FE65B65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2624007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2562311A-7862-F9C1-202E-37A885AC5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E6E9932D-14D5-908E-C09A-244D1657FF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noProof="1"/>
              <a:t>Function Returning Expression (2/2)</a:t>
            </a:r>
            <a:endParaRPr lang="en-US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1AC6D27B-2705-1DE9-48CE-A9341BB6DF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11</a:t>
            </a:fld>
            <a:endParaRPr lang="en-US" noProof="1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76677BE-12F8-43F3-B25F-83439F8E10D1}"/>
              </a:ext>
            </a:extLst>
          </p:cNvPr>
          <p:cNvSpPr txBox="1">
            <a:spLocks/>
          </p:cNvSpPr>
          <p:nvPr/>
        </p:nvSpPr>
        <p:spPr>
          <a:xfrm>
            <a:off x="786041" y="1200150"/>
            <a:ext cx="3675300" cy="141574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</a:p>
          <a:p>
            <a:pPr marL="558800" lvl="1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print('The sum result is: ${sum(3, 5)}');</a:t>
            </a:r>
          </a:p>
          <a:p>
            <a:pPr marL="558800" lvl="1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print('The multiply result is: ${multiply(3, 5)}');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sum(x, y) =&gt; x + y;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multiply(x, y) =&gt; x * y;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021EE5-3E3C-CCC5-55C3-36B8E1464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550" y="1200150"/>
            <a:ext cx="3619030" cy="1301677"/>
          </a:xfrm>
          <a:prstGeom prst="rect">
            <a:avLst/>
          </a:prstGeom>
        </p:spPr>
      </p:pic>
      <p:pic>
        <p:nvPicPr>
          <p:cNvPr id="2" name="Picture 1" descr="A black and blue logo&#10;&#10;AI-generated content may be incorrect.">
            <a:extLst>
              <a:ext uri="{FF2B5EF4-FFF2-40B4-BE49-F238E27FC236}">
                <a16:creationId xmlns:a16="http://schemas.microsoft.com/office/drawing/2014/main" id="{7D5AC83D-3D56-9C3C-9DD1-AFBB37445E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4" name="Google Shape;87;p14">
            <a:extLst>
              <a:ext uri="{FF2B5EF4-FFF2-40B4-BE49-F238E27FC236}">
                <a16:creationId xmlns:a16="http://schemas.microsoft.com/office/drawing/2014/main" id="{46B7AA8D-D3AC-8C36-C837-E28C6492B420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797044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83D165AC-AD4D-F99A-C918-846AABC69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11;p17">
            <a:extLst>
              <a:ext uri="{FF2B5EF4-FFF2-40B4-BE49-F238E27FC236}">
                <a16:creationId xmlns:a16="http://schemas.microsoft.com/office/drawing/2014/main" id="{7D809CFF-4B02-F5C8-7B88-D213B63421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26170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numCol="2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noProof="1"/>
              <a:t>Global variable scope</a:t>
            </a:r>
          </a:p>
          <a:p>
            <a:pPr>
              <a:lnSpc>
                <a:spcPct val="150000"/>
              </a:lnSpc>
            </a:pPr>
            <a:endParaRPr lang="en-US" sz="1600" noProof="1"/>
          </a:p>
        </p:txBody>
      </p:sp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2DF7FC25-B1CF-53A1-6A8D-74281A7B99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noProof="1"/>
              <a:t>Functions and Variable Scope (1/3)</a:t>
            </a:r>
            <a:endParaRPr lang="en-US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7088A7D5-D1B4-575D-CB23-814F6438CDE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12</a:t>
            </a:fld>
            <a:endParaRPr lang="en-US" noProof="1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A51E02C-6D81-6205-933E-5A53B0EF1FDF}"/>
              </a:ext>
            </a:extLst>
          </p:cNvPr>
          <p:cNvSpPr txBox="1">
            <a:spLocks/>
          </p:cNvSpPr>
          <p:nvPr/>
        </p:nvSpPr>
        <p:spPr>
          <a:xfrm>
            <a:off x="786041" y="2215280"/>
            <a:ext cx="3675300" cy="133879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var name = 'Microsoft';</a:t>
            </a:r>
          </a:p>
          <a:p>
            <a:pPr marL="101600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</a:p>
          <a:p>
            <a:pPr marL="558800" lvl="1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companyName(name);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companyName(name) {</a:t>
            </a:r>
          </a:p>
          <a:p>
            <a:pPr marL="558800" lvl="1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print('My company name is: $name');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332666-9692-EB2D-29CE-B55A941CB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550" y="2215280"/>
            <a:ext cx="3619030" cy="1291428"/>
          </a:xfrm>
          <a:prstGeom prst="rect">
            <a:avLst/>
          </a:prstGeom>
        </p:spPr>
      </p:pic>
      <p:pic>
        <p:nvPicPr>
          <p:cNvPr id="2" name="Picture 1" descr="A black and blue logo&#10;&#10;AI-generated content may be incorrect.">
            <a:extLst>
              <a:ext uri="{FF2B5EF4-FFF2-40B4-BE49-F238E27FC236}">
                <a16:creationId xmlns:a16="http://schemas.microsoft.com/office/drawing/2014/main" id="{638B3F5C-1CF1-BD3D-32FF-C6E6041C6F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3" name="Google Shape;87;p14">
            <a:extLst>
              <a:ext uri="{FF2B5EF4-FFF2-40B4-BE49-F238E27FC236}">
                <a16:creationId xmlns:a16="http://schemas.microsoft.com/office/drawing/2014/main" id="{AB0105C0-1E67-4A3F-2461-B2F1B3425FF7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1141409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803CE5FA-F376-1C67-B3CA-26F59B03C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11;p17">
            <a:extLst>
              <a:ext uri="{FF2B5EF4-FFF2-40B4-BE49-F238E27FC236}">
                <a16:creationId xmlns:a16="http://schemas.microsoft.com/office/drawing/2014/main" id="{78B5286F-BF88-530D-6C9F-B3C46E24BC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26170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numCol="2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noProof="1"/>
              <a:t>Local variable scope</a:t>
            </a:r>
          </a:p>
          <a:p>
            <a:pPr>
              <a:lnSpc>
                <a:spcPct val="150000"/>
              </a:lnSpc>
            </a:pPr>
            <a:endParaRPr lang="en-US" sz="1600" noProof="1"/>
          </a:p>
        </p:txBody>
      </p:sp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16283A97-38D4-05B1-FDD5-9FC2844916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noProof="1"/>
              <a:t>Functions and Variable Scope (2/3)</a:t>
            </a:r>
            <a:endParaRPr lang="en-US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614E8E5F-9A75-D2E3-A37D-A4BE1A893A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13</a:t>
            </a:fld>
            <a:endParaRPr lang="en-US" noProof="1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7B3E1635-38F7-0062-7331-F724CD76459F}"/>
              </a:ext>
            </a:extLst>
          </p:cNvPr>
          <p:cNvSpPr txBox="1">
            <a:spLocks/>
          </p:cNvSpPr>
          <p:nvPr/>
        </p:nvSpPr>
        <p:spPr>
          <a:xfrm>
            <a:off x="786041" y="2215280"/>
            <a:ext cx="3675300" cy="149268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var name = 'Microsoft';</a:t>
            </a:r>
          </a:p>
          <a:p>
            <a:pPr marL="101600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</a:p>
          <a:p>
            <a:pPr marL="558800" lvl="1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companyName(name);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companyName(name) {</a:t>
            </a:r>
          </a:p>
          <a:p>
            <a:pPr marL="558800" lvl="1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var name = 'Google';</a:t>
            </a:r>
          </a:p>
          <a:p>
            <a:pPr marL="558800" lvl="1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print('My company name is: $name');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A590B3-0206-F6C5-0A32-EE69E6903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550" y="2215280"/>
            <a:ext cx="3619030" cy="1345067"/>
          </a:xfrm>
          <a:prstGeom prst="rect">
            <a:avLst/>
          </a:prstGeom>
        </p:spPr>
      </p:pic>
      <p:pic>
        <p:nvPicPr>
          <p:cNvPr id="2" name="Picture 1" descr="A black and blue logo&#10;&#10;AI-generated content may be incorrect.">
            <a:extLst>
              <a:ext uri="{FF2B5EF4-FFF2-40B4-BE49-F238E27FC236}">
                <a16:creationId xmlns:a16="http://schemas.microsoft.com/office/drawing/2014/main" id="{4B78990D-7DD6-0F86-26F9-79D850357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3" name="Google Shape;87;p14">
            <a:extLst>
              <a:ext uri="{FF2B5EF4-FFF2-40B4-BE49-F238E27FC236}">
                <a16:creationId xmlns:a16="http://schemas.microsoft.com/office/drawing/2014/main" id="{E10C8C09-CB51-8FA1-6EEB-9014F2B4C2A8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1841391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C881B63-513A-39CC-F22E-318284AD0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11;p17">
            <a:extLst>
              <a:ext uri="{FF2B5EF4-FFF2-40B4-BE49-F238E27FC236}">
                <a16:creationId xmlns:a16="http://schemas.microsoft.com/office/drawing/2014/main" id="{67A451FC-5598-3F19-9D1A-F688F7E5B9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26170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numCol="2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noProof="1"/>
              <a:t>Local variable scope</a:t>
            </a:r>
          </a:p>
          <a:p>
            <a:pPr>
              <a:lnSpc>
                <a:spcPct val="150000"/>
              </a:lnSpc>
            </a:pPr>
            <a:endParaRPr lang="en-US" sz="1600" noProof="1"/>
          </a:p>
        </p:txBody>
      </p:sp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103018D0-CD63-D00C-B7B9-416EBD19DB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noProof="1"/>
              <a:t>Functions and Variable Scope (3/3)</a:t>
            </a:r>
            <a:endParaRPr lang="en-US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4CEDF709-3A5E-97EB-35A8-BD15BCED48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14</a:t>
            </a:fld>
            <a:endParaRPr lang="en-US" noProof="1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1A7B7EF-2127-210C-1522-905DF3EFC7E0}"/>
              </a:ext>
            </a:extLst>
          </p:cNvPr>
          <p:cNvSpPr txBox="1">
            <a:spLocks/>
          </p:cNvSpPr>
          <p:nvPr/>
        </p:nvSpPr>
        <p:spPr>
          <a:xfrm>
            <a:off x="786041" y="2215280"/>
            <a:ext cx="3675300" cy="126185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var name = 'Microsoft';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</a:p>
          <a:p>
            <a:pPr marL="558800" lvl="1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companyName('Android ATC');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companyName(name) {</a:t>
            </a:r>
          </a:p>
          <a:p>
            <a:pPr marL="558800" lvl="1" indent="0"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print('My company name is: $name');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18EF24-9CE1-6E96-C55B-1FA3284F6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550" y="2215280"/>
            <a:ext cx="3619030" cy="1291428"/>
          </a:xfrm>
          <a:prstGeom prst="rect">
            <a:avLst/>
          </a:prstGeom>
        </p:spPr>
      </p:pic>
      <p:pic>
        <p:nvPicPr>
          <p:cNvPr id="2" name="Picture 1" descr="A black and blue logo&#10;&#10;AI-generated content may be incorrect.">
            <a:extLst>
              <a:ext uri="{FF2B5EF4-FFF2-40B4-BE49-F238E27FC236}">
                <a16:creationId xmlns:a16="http://schemas.microsoft.com/office/drawing/2014/main" id="{D9E4FD84-3063-6E27-0132-6938984884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4" name="Google Shape;87;p14">
            <a:extLst>
              <a:ext uri="{FF2B5EF4-FFF2-40B4-BE49-F238E27FC236}">
                <a16:creationId xmlns:a16="http://schemas.microsoft.com/office/drawing/2014/main" id="{65DA2F34-3037-BAE0-6CAF-9DBEE6505DD1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41144334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3997387-6403-F28B-F4E5-523E61F1C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4AB2DF16-DB6E-9BA0-37DD-24EA65DD8F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noProof="1"/>
              <a:t>Object-Oriented Programming (OOP)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0D6366EE-7EE0-78B6-FEA6-F933400DA9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2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noProof="1"/>
              <a:t>Objects</a:t>
            </a:r>
          </a:p>
          <a:p>
            <a:pPr>
              <a:lnSpc>
                <a:spcPct val="150000"/>
              </a:lnSpc>
            </a:pPr>
            <a:r>
              <a:rPr lang="en-US" sz="1600" noProof="1"/>
              <a:t>Classes</a:t>
            </a:r>
          </a:p>
          <a:p>
            <a:pPr>
              <a:lnSpc>
                <a:spcPct val="150000"/>
              </a:lnSpc>
            </a:pPr>
            <a:r>
              <a:rPr lang="en-US" sz="1600" noProof="1"/>
              <a:t>Inheritance</a:t>
            </a:r>
          </a:p>
          <a:p>
            <a:pPr>
              <a:lnSpc>
                <a:spcPct val="150000"/>
              </a:lnSpc>
            </a:pPr>
            <a:r>
              <a:rPr lang="en-US" sz="1600" noProof="1"/>
              <a:t>Interfaces</a:t>
            </a:r>
          </a:p>
          <a:p>
            <a:pPr>
              <a:lnSpc>
                <a:spcPct val="150000"/>
              </a:lnSpc>
            </a:pPr>
            <a:r>
              <a:rPr lang="en-US" sz="1600" noProof="1"/>
              <a:t>Packages</a:t>
            </a:r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44176B60-669F-2F30-8CDF-F584AAB718D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15</a:t>
            </a:fld>
            <a:endParaRPr lang="en-US" noProof="1"/>
          </a:p>
        </p:txBody>
      </p:sp>
      <p:pic>
        <p:nvPicPr>
          <p:cNvPr id="2" name="Picture 1" descr="A black and blue logo&#10;&#10;AI-generated content may be incorrect.">
            <a:extLst>
              <a:ext uri="{FF2B5EF4-FFF2-40B4-BE49-F238E27FC236}">
                <a16:creationId xmlns:a16="http://schemas.microsoft.com/office/drawing/2014/main" id="{B63AD10F-F800-47CB-4292-6AAB45FF9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3" name="Google Shape;87;p14">
            <a:extLst>
              <a:ext uri="{FF2B5EF4-FFF2-40B4-BE49-F238E27FC236}">
                <a16:creationId xmlns:a16="http://schemas.microsoft.com/office/drawing/2014/main" id="{AB96D09E-EBE8-D758-DA48-039FAB6B5201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3994069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637BFBD-81E5-BAA8-4734-2C7BBE813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62A36E09-4338-8E97-1A77-2A697B914C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noProof="1"/>
              <a:t>Object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7408A937-6242-6222-BF9E-A0F7870C95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261700"/>
            <a:ext cx="3785616" cy="3573600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noProof="1"/>
              <a:t>Has state</a:t>
            </a:r>
          </a:p>
          <a:p>
            <a:pPr lvl="1">
              <a:lnSpc>
                <a:spcPct val="150000"/>
              </a:lnSpc>
            </a:pPr>
            <a:r>
              <a:rPr lang="en-US" sz="1600" noProof="1"/>
              <a:t>Properties</a:t>
            </a:r>
          </a:p>
          <a:p>
            <a:pPr>
              <a:lnSpc>
                <a:spcPct val="150000"/>
              </a:lnSpc>
            </a:pPr>
            <a:r>
              <a:rPr lang="en-US" sz="1600" noProof="1"/>
              <a:t>Has behaviour</a:t>
            </a:r>
          </a:p>
          <a:p>
            <a:pPr lvl="1">
              <a:lnSpc>
                <a:spcPct val="150000"/>
              </a:lnSpc>
            </a:pPr>
            <a:r>
              <a:rPr lang="en-US" sz="1600" noProof="1"/>
              <a:t>Methods</a:t>
            </a:r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C99C3ABA-9A29-E0AD-51E8-A9779680B71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16</a:t>
            </a:fld>
            <a:endParaRPr lang="en-US" noProof="1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61CD04-BCF9-0DB6-AD58-3A0A22E79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766" y="1261700"/>
            <a:ext cx="3672121" cy="1962275"/>
          </a:xfrm>
          <a:prstGeom prst="rect">
            <a:avLst/>
          </a:prstGeom>
        </p:spPr>
      </p:pic>
      <p:pic>
        <p:nvPicPr>
          <p:cNvPr id="3" name="Picture 2" descr="A black and blue logo&#10;&#10;AI-generated content may be incorrect.">
            <a:extLst>
              <a:ext uri="{FF2B5EF4-FFF2-40B4-BE49-F238E27FC236}">
                <a16:creationId xmlns:a16="http://schemas.microsoft.com/office/drawing/2014/main" id="{30E53D60-3743-628B-813E-7662756C2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4" name="Google Shape;87;p14">
            <a:extLst>
              <a:ext uri="{FF2B5EF4-FFF2-40B4-BE49-F238E27FC236}">
                <a16:creationId xmlns:a16="http://schemas.microsoft.com/office/drawing/2014/main" id="{D0459EA1-9AF3-CE52-8233-30C4B11E6FE0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24995740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84930CDA-BAA1-F4B9-2939-B9592FC12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3A06874B-307D-6CD3-0F60-AE716BDFFC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noProof="1"/>
              <a:t>Class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2F99EB32-E459-6117-54E6-60F1DF2D6D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49" y="1261700"/>
            <a:ext cx="7457737" cy="3573600"/>
          </a:xfrm>
          <a:prstGeom prst="rect">
            <a:avLst/>
          </a:prstGeom>
        </p:spPr>
        <p:txBody>
          <a:bodyPr spcFirstLastPara="1" wrap="square" lIns="91425" tIns="91425" rIns="91425" bIns="91425" numCol="2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noProof="1"/>
              <a:t>A blueprint or prototype</a:t>
            </a:r>
          </a:p>
          <a:p>
            <a:pPr>
              <a:lnSpc>
                <a:spcPct val="150000"/>
              </a:lnSpc>
            </a:pPr>
            <a:r>
              <a:rPr lang="en-US" sz="1600" noProof="1"/>
              <a:t>Defines a class that models the state and behavior</a:t>
            </a:r>
          </a:p>
          <a:p>
            <a:pPr>
              <a:lnSpc>
                <a:spcPct val="150000"/>
              </a:lnSpc>
            </a:pPr>
            <a:r>
              <a:rPr lang="en-US" sz="1600" noProof="1"/>
              <a:t>Characterized by properties and functions</a:t>
            </a:r>
          </a:p>
          <a:p>
            <a:pPr lvl="2">
              <a:lnSpc>
                <a:spcPct val="150000"/>
              </a:lnSpc>
            </a:pPr>
            <a:r>
              <a:rPr lang="en-US" sz="1600" noProof="1"/>
              <a:t>Properties – Price, Type, Max. Speed, Seat No.</a:t>
            </a:r>
          </a:p>
          <a:p>
            <a:pPr lvl="2">
              <a:lnSpc>
                <a:spcPct val="150000"/>
              </a:lnSpc>
            </a:pPr>
            <a:r>
              <a:rPr lang="en-US" sz="1600" noProof="1"/>
              <a:t>Functions – NumberOfSeats, NumberOfWheels, getYearBuild</a:t>
            </a:r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6E2F6DC1-6C52-89DE-1386-B0EEB2745E7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17</a:t>
            </a:fld>
            <a:endParaRPr lang="en-US" noProof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3DBF2-BE39-3563-CC69-1BD77BF10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403" y="2657199"/>
            <a:ext cx="2991483" cy="2178101"/>
          </a:xfrm>
          <a:prstGeom prst="rect">
            <a:avLst/>
          </a:prstGeom>
        </p:spPr>
      </p:pic>
      <p:pic>
        <p:nvPicPr>
          <p:cNvPr id="2" name="Picture 1" descr="A black and blue logo&#10;&#10;AI-generated content may be incorrect.">
            <a:extLst>
              <a:ext uri="{FF2B5EF4-FFF2-40B4-BE49-F238E27FC236}">
                <a16:creationId xmlns:a16="http://schemas.microsoft.com/office/drawing/2014/main" id="{4F5C33B4-8DA3-BBD0-459A-C72B1CDAEE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3" name="Google Shape;87;p14">
            <a:extLst>
              <a:ext uri="{FF2B5EF4-FFF2-40B4-BE49-F238E27FC236}">
                <a16:creationId xmlns:a16="http://schemas.microsoft.com/office/drawing/2014/main" id="{554AFEE9-AC04-2C56-99EB-62F9C9AE9E62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3741566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94ADE22D-71B4-5913-ED7D-FB06F0C8A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025C083-4536-6ED4-6843-662343E7D1E4}"/>
              </a:ext>
            </a:extLst>
          </p:cNvPr>
          <p:cNvSpPr txBox="1">
            <a:spLocks/>
          </p:cNvSpPr>
          <p:nvPr/>
        </p:nvSpPr>
        <p:spPr>
          <a:xfrm>
            <a:off x="786150" y="1713320"/>
            <a:ext cx="2523744" cy="1800463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numCol="1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01600" indent="0">
              <a:spcBef>
                <a:spcPts val="0"/>
              </a:spcBef>
              <a:buNone/>
            </a:pPr>
            <a:r>
              <a:rPr lang="en-US" sz="1050" noProof="1">
                <a:latin typeface="Courier New" panose="02070309020205020404" pitchFamily="49" charset="0"/>
                <a:cs typeface="Courier New" panose="02070309020205020404" pitchFamily="49" charset="0"/>
              </a:rPr>
              <a:t>class Car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50" noProof="1">
                <a:latin typeface="Courier New" panose="02070309020205020404" pitchFamily="49" charset="0"/>
                <a:cs typeface="Courier New" panose="02070309020205020404" pitchFamily="49" charset="0"/>
              </a:rPr>
              <a:t>  String type = '';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50" noProof="1">
                <a:latin typeface="Courier New" panose="02070309020205020404" pitchFamily="49" charset="0"/>
                <a:cs typeface="Courier New" panose="02070309020205020404" pitchFamily="49" charset="0"/>
              </a:rPr>
              <a:t>  String color = '';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50" noProof="1">
                <a:latin typeface="Courier New" panose="02070309020205020404" pitchFamily="49" charset="0"/>
                <a:cs typeface="Courier New" panose="02070309020205020404" pitchFamily="49" charset="0"/>
              </a:rPr>
              <a:t>  int MaxSpeed = 180;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50" noProof="1">
                <a:latin typeface="Courier New" panose="02070309020205020404" pitchFamily="49" charset="0"/>
                <a:cs typeface="Courier New" panose="02070309020205020404" pitchFamily="49" charset="0"/>
              </a:rPr>
              <a:t>  int NumOfSeats = 4;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5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5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50" noProof="1"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50" noProof="1">
                <a:latin typeface="Courier New" panose="02070309020205020404" pitchFamily="49" charset="0"/>
                <a:cs typeface="Courier New" panose="02070309020205020404" pitchFamily="49" charset="0"/>
              </a:rPr>
              <a:t>  var toyota = new Car();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5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C81E64F8-A9B9-8519-3766-7BAEDA8A3B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noProof="1"/>
              <a:t>Creating a Class (1/3)</a:t>
            </a:r>
            <a:endParaRPr lang="en-US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E766D9DE-6122-5511-D43F-F4D54D4222B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18</a:t>
            </a:fld>
            <a:endParaRPr lang="en-US" noProof="1"/>
          </a:p>
        </p:txBody>
      </p:sp>
      <p:sp>
        <p:nvSpPr>
          <p:cNvPr id="4" name="Google Shape;111;p17">
            <a:extLst>
              <a:ext uri="{FF2B5EF4-FFF2-40B4-BE49-F238E27FC236}">
                <a16:creationId xmlns:a16="http://schemas.microsoft.com/office/drawing/2014/main" id="{78DAC7EB-9D3E-67ED-18A3-A342C71F58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2523744" cy="630912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spAutoFit/>
          </a:bodyPr>
          <a:lstStyle/>
          <a:p>
            <a:pPr marL="76200" indent="0">
              <a:lnSpc>
                <a:spcPct val="150000"/>
              </a:lnSpc>
              <a:buNone/>
            </a:pPr>
            <a:r>
              <a:rPr lang="en-US" sz="1600" b="1" noProof="1"/>
              <a:t>#1: </a:t>
            </a:r>
            <a:r>
              <a:rPr lang="en-US" sz="1600" noProof="1"/>
              <a:t>Pre-defined value</a:t>
            </a:r>
          </a:p>
        </p:txBody>
      </p:sp>
      <p:sp>
        <p:nvSpPr>
          <p:cNvPr id="6" name="Google Shape;111;p17">
            <a:extLst>
              <a:ext uri="{FF2B5EF4-FFF2-40B4-BE49-F238E27FC236}">
                <a16:creationId xmlns:a16="http://schemas.microsoft.com/office/drawing/2014/main" id="{B4732203-920E-E01D-7799-5FA1D7BD1EEC}"/>
              </a:ext>
            </a:extLst>
          </p:cNvPr>
          <p:cNvSpPr txBox="1">
            <a:spLocks/>
          </p:cNvSpPr>
          <p:nvPr/>
        </p:nvSpPr>
        <p:spPr>
          <a:xfrm>
            <a:off x="3310364" y="1010720"/>
            <a:ext cx="2523744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◎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●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■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●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■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76200" indent="0">
              <a:lnSpc>
                <a:spcPct val="150000"/>
              </a:lnSpc>
              <a:buFont typeface="Source Sans Pro"/>
              <a:buNone/>
            </a:pPr>
            <a:r>
              <a:rPr lang="en-US" sz="1600" b="1" noProof="1"/>
              <a:t>#2: </a:t>
            </a:r>
            <a:r>
              <a:rPr lang="en-US" sz="1600" noProof="1">
                <a:latin typeface="Courier New" panose="02070309020205020404" pitchFamily="49" charset="0"/>
                <a:cs typeface="Courier New" panose="02070309020205020404" pitchFamily="49" charset="0"/>
              </a:rPr>
              <a:t>late</a:t>
            </a:r>
            <a:r>
              <a:rPr lang="en-US" sz="1600" noProof="1"/>
              <a:t> keyword</a:t>
            </a:r>
          </a:p>
        </p:txBody>
      </p:sp>
      <p:sp>
        <p:nvSpPr>
          <p:cNvPr id="7" name="Google Shape;111;p17">
            <a:extLst>
              <a:ext uri="{FF2B5EF4-FFF2-40B4-BE49-F238E27FC236}">
                <a16:creationId xmlns:a16="http://schemas.microsoft.com/office/drawing/2014/main" id="{3A997283-BF49-3B85-A7F2-9AF54B11C13E}"/>
              </a:ext>
            </a:extLst>
          </p:cNvPr>
          <p:cNvSpPr txBox="1">
            <a:spLocks/>
          </p:cNvSpPr>
          <p:nvPr/>
        </p:nvSpPr>
        <p:spPr>
          <a:xfrm>
            <a:off x="5834105" y="1010720"/>
            <a:ext cx="2523744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◎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●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■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●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■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76200" indent="0">
              <a:lnSpc>
                <a:spcPct val="150000"/>
              </a:lnSpc>
              <a:buFont typeface="Source Sans Pro"/>
              <a:buNone/>
            </a:pPr>
            <a:r>
              <a:rPr lang="en-US" sz="1600" b="1" noProof="1"/>
              <a:t>#3: </a:t>
            </a:r>
            <a:r>
              <a:rPr lang="en-US" sz="1600" noProof="1"/>
              <a:t>Nullable value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D78D58A-ABC1-6534-7C35-2328B5CC7776}"/>
              </a:ext>
            </a:extLst>
          </p:cNvPr>
          <p:cNvSpPr txBox="1">
            <a:spLocks/>
          </p:cNvSpPr>
          <p:nvPr/>
        </p:nvSpPr>
        <p:spPr>
          <a:xfrm>
            <a:off x="3310361" y="1713320"/>
            <a:ext cx="2523744" cy="1800463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numCol="1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01600" indent="0">
              <a:spcBef>
                <a:spcPts val="0"/>
              </a:spcBef>
              <a:buNone/>
            </a:pPr>
            <a:r>
              <a:rPr lang="en-US" sz="1050" noProof="1">
                <a:latin typeface="Courier New" panose="02070309020205020404" pitchFamily="49" charset="0"/>
                <a:cs typeface="Courier New" panose="02070309020205020404" pitchFamily="49" charset="0"/>
              </a:rPr>
              <a:t>class Car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50" noProof="1">
                <a:latin typeface="Courier New" panose="02070309020205020404" pitchFamily="49" charset="0"/>
                <a:cs typeface="Courier New" panose="02070309020205020404" pitchFamily="49" charset="0"/>
              </a:rPr>
              <a:t>  late String type;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50" noProof="1">
                <a:latin typeface="Courier New" panose="02070309020205020404" pitchFamily="49" charset="0"/>
                <a:cs typeface="Courier New" panose="02070309020205020404" pitchFamily="49" charset="0"/>
              </a:rPr>
              <a:t>  late String color;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50" noProof="1">
                <a:latin typeface="Courier New" panose="02070309020205020404" pitchFamily="49" charset="0"/>
                <a:cs typeface="Courier New" panose="02070309020205020404" pitchFamily="49" charset="0"/>
              </a:rPr>
              <a:t>  late int MaxSpeed;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50" noProof="1">
                <a:latin typeface="Courier New" panose="02070309020205020404" pitchFamily="49" charset="0"/>
                <a:cs typeface="Courier New" panose="02070309020205020404" pitchFamily="49" charset="0"/>
              </a:rPr>
              <a:t>  late int NumOfSeats;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5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5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50" noProof="1"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50" noProof="1">
                <a:latin typeface="Courier New" panose="02070309020205020404" pitchFamily="49" charset="0"/>
                <a:cs typeface="Courier New" panose="02070309020205020404" pitchFamily="49" charset="0"/>
              </a:rPr>
              <a:t>  var toyota = new Car();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5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64B3581-4C9B-C6A6-A33C-8779CEA7653E}"/>
              </a:ext>
            </a:extLst>
          </p:cNvPr>
          <p:cNvSpPr txBox="1">
            <a:spLocks/>
          </p:cNvSpPr>
          <p:nvPr/>
        </p:nvSpPr>
        <p:spPr>
          <a:xfrm>
            <a:off x="5834105" y="1713320"/>
            <a:ext cx="2523744" cy="1800463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numCol="1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01600" indent="0">
              <a:spcBef>
                <a:spcPts val="0"/>
              </a:spcBef>
              <a:buNone/>
            </a:pPr>
            <a:r>
              <a:rPr lang="en-US" sz="1050" noProof="1">
                <a:latin typeface="Courier New" panose="02070309020205020404" pitchFamily="49" charset="0"/>
                <a:cs typeface="Courier New" panose="02070309020205020404" pitchFamily="49" charset="0"/>
              </a:rPr>
              <a:t>class Car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50" noProof="1">
                <a:latin typeface="Courier New" panose="02070309020205020404" pitchFamily="49" charset="0"/>
                <a:cs typeface="Courier New" panose="02070309020205020404" pitchFamily="49" charset="0"/>
              </a:rPr>
              <a:t>  String? type;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50" noProof="1">
                <a:latin typeface="Courier New" panose="02070309020205020404" pitchFamily="49" charset="0"/>
                <a:cs typeface="Courier New" panose="02070309020205020404" pitchFamily="49" charset="0"/>
              </a:rPr>
              <a:t>  String? color;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50" noProof="1">
                <a:latin typeface="Courier New" panose="02070309020205020404" pitchFamily="49" charset="0"/>
                <a:cs typeface="Courier New" panose="02070309020205020404" pitchFamily="49" charset="0"/>
              </a:rPr>
              <a:t>  int? MaxSpeed;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50" noProof="1">
                <a:latin typeface="Courier New" panose="02070309020205020404" pitchFamily="49" charset="0"/>
                <a:cs typeface="Courier New" panose="02070309020205020404" pitchFamily="49" charset="0"/>
              </a:rPr>
              <a:t>  int? NumOfSeats;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5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5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50" noProof="1"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50" noProof="1">
                <a:latin typeface="Courier New" panose="02070309020205020404" pitchFamily="49" charset="0"/>
                <a:cs typeface="Courier New" panose="02070309020205020404" pitchFamily="49" charset="0"/>
              </a:rPr>
              <a:t>  var toyota = new Car();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5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13" name="Picture 12" descr="A black and blue logo&#10;&#10;AI-generated content may be incorrect.">
            <a:extLst>
              <a:ext uri="{FF2B5EF4-FFF2-40B4-BE49-F238E27FC236}">
                <a16:creationId xmlns:a16="http://schemas.microsoft.com/office/drawing/2014/main" id="{DBDBFF86-3941-2B8E-FFEC-BFDED1218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2" name="Google Shape;87;p14">
            <a:extLst>
              <a:ext uri="{FF2B5EF4-FFF2-40B4-BE49-F238E27FC236}">
                <a16:creationId xmlns:a16="http://schemas.microsoft.com/office/drawing/2014/main" id="{A74C9B4D-3CF1-DED4-AD3C-0EBA5D3AC775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198941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CAD5E25-E69B-8932-5291-E8C6BF169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4B94D34-BD25-06F0-FD2E-7AFE88629957}"/>
              </a:ext>
            </a:extLst>
          </p:cNvPr>
          <p:cNvSpPr txBox="1">
            <a:spLocks/>
          </p:cNvSpPr>
          <p:nvPr/>
        </p:nvSpPr>
        <p:spPr>
          <a:xfrm>
            <a:off x="786150" y="1261700"/>
            <a:ext cx="7618234" cy="2769959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numCol="1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01600" indent="0">
              <a:spcBef>
                <a:spcPts val="0"/>
              </a:spcBef>
              <a:buNone/>
            </a:pPr>
            <a:r>
              <a:rPr lang="en-US" sz="1050" noProof="1">
                <a:latin typeface="Courier New" panose="02070309020205020404" pitchFamily="49" charset="0"/>
                <a:cs typeface="Courier New" panose="02070309020205020404" pitchFamily="49" charset="0"/>
              </a:rPr>
              <a:t>class Car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50" noProof="1">
                <a:latin typeface="Courier New" panose="02070309020205020404" pitchFamily="49" charset="0"/>
                <a:cs typeface="Courier New" panose="02070309020205020404" pitchFamily="49" charset="0"/>
              </a:rPr>
              <a:t>  String? type;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50" noProof="1">
                <a:latin typeface="Courier New" panose="02070309020205020404" pitchFamily="49" charset="0"/>
                <a:cs typeface="Courier New" panose="02070309020205020404" pitchFamily="49" charset="0"/>
              </a:rPr>
              <a:t>  String? color;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50" noProof="1">
                <a:latin typeface="Courier New" panose="02070309020205020404" pitchFamily="49" charset="0"/>
                <a:cs typeface="Courier New" panose="02070309020205020404" pitchFamily="49" charset="0"/>
              </a:rPr>
              <a:t>  int? MaxSpeed;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50" noProof="1">
                <a:latin typeface="Courier New" panose="02070309020205020404" pitchFamily="49" charset="0"/>
                <a:cs typeface="Courier New" panose="02070309020205020404" pitchFamily="49" charset="0"/>
              </a:rPr>
              <a:t>  int? NumOfSeats;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5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5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50" noProof="1"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50" noProof="1">
                <a:latin typeface="Courier New" panose="02070309020205020404" pitchFamily="49" charset="0"/>
                <a:cs typeface="Courier New" panose="02070309020205020404" pitchFamily="49" charset="0"/>
              </a:rPr>
              <a:t>  var toyota = new Car();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5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toyota.MaxSpeed = 200;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5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toyota.color = "red";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5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toyota.type = "Camry";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5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toyota.NumOfSeats = 7;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5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print("Car Type is: ${toyota.type}");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5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print("Number of Seats is : ${toyota.NumOfSeats}");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5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979312EC-C22D-6C26-CC74-81FF0F1285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noProof="1"/>
              <a:t>Creating a Class (2/3)</a:t>
            </a:r>
            <a:endParaRPr lang="en-US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0087F636-C9A0-4FA0-E0BE-A36D69FF3B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19</a:t>
            </a:fld>
            <a:endParaRPr lang="en-US" noProof="1"/>
          </a:p>
        </p:txBody>
      </p:sp>
      <p:pic>
        <p:nvPicPr>
          <p:cNvPr id="2" name="Picture 1" descr="A black and blue logo&#10;&#10;AI-generated content may be incorrect.">
            <a:extLst>
              <a:ext uri="{FF2B5EF4-FFF2-40B4-BE49-F238E27FC236}">
                <a16:creationId xmlns:a16="http://schemas.microsoft.com/office/drawing/2014/main" id="{B8BC03D3-8B35-F4C7-E84A-8F40ABA37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3" name="Google Shape;87;p14">
            <a:extLst>
              <a:ext uri="{FF2B5EF4-FFF2-40B4-BE49-F238E27FC236}">
                <a16:creationId xmlns:a16="http://schemas.microsoft.com/office/drawing/2014/main" id="{EF03F203-8161-83BC-FD54-6DA9EEA11BDC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39091248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991A30E4-B727-F97D-850F-7AD7DB83D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C6D31F68-6BFF-1168-506A-C22A6D01FC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noProof="1"/>
              <a:t>Creating a Class (3/3)</a:t>
            </a:r>
            <a:endParaRPr lang="en-US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D7883AFB-E839-34F2-9ECD-8D5AC481EBF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20</a:t>
            </a:fld>
            <a:endParaRPr lang="en-US" noProof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6307F4-1DF3-F7EE-1F02-8FE0974C4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150" y="1010719"/>
            <a:ext cx="7571700" cy="2682885"/>
          </a:xfrm>
          <a:prstGeom prst="rect">
            <a:avLst/>
          </a:prstGeom>
        </p:spPr>
      </p:pic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A0C21341-EE41-F91C-9A37-9C0425CA63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2" name="Google Shape;87;p14">
            <a:extLst>
              <a:ext uri="{FF2B5EF4-FFF2-40B4-BE49-F238E27FC236}">
                <a16:creationId xmlns:a16="http://schemas.microsoft.com/office/drawing/2014/main" id="{E51EA817-0AA7-CBFC-FEAF-1DD0EC06B191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20936019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47EB81B4-A868-C364-B1D2-A736EF437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16486E4-A5BC-154F-43F6-4B4F02161D7D}"/>
              </a:ext>
            </a:extLst>
          </p:cNvPr>
          <p:cNvSpPr txBox="1">
            <a:spLocks/>
          </p:cNvSpPr>
          <p:nvPr/>
        </p:nvSpPr>
        <p:spPr>
          <a:xfrm>
            <a:off x="786150" y="1261700"/>
            <a:ext cx="7618234" cy="295462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numCol="2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class Car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String? type;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String? color;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int? MaxSpeed;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int? NumOfSeats;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void CarSpeed(){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print("Car speed is : $MaxSpeed");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var toyota = new Car();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toyota.MaxSpeed = 200;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toyota.color = "red";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toyota.type = "Camry";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toyota.NumOfSeats = 7;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print("Car Type is: ${toyota.type}");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print("Number of Seats is : ${toyota.NumOfSeats}");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toyota.CarSpeed();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A74E70C3-8777-00DA-FFB1-268F2823AD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noProof="1"/>
              <a:t>Adding Methods to Classes (1/2)</a:t>
            </a:r>
            <a:endParaRPr lang="en-US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751FD2D0-0452-7864-386A-A8D3081E65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21</a:t>
            </a:fld>
            <a:endParaRPr lang="en-US" noProof="1"/>
          </a:p>
        </p:txBody>
      </p:sp>
      <p:pic>
        <p:nvPicPr>
          <p:cNvPr id="2" name="Picture 1" descr="A black and blue logo&#10;&#10;AI-generated content may be incorrect.">
            <a:extLst>
              <a:ext uri="{FF2B5EF4-FFF2-40B4-BE49-F238E27FC236}">
                <a16:creationId xmlns:a16="http://schemas.microsoft.com/office/drawing/2014/main" id="{64D9F5B2-A98D-5DF0-7817-C15D00ABC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3" name="Google Shape;87;p14">
            <a:extLst>
              <a:ext uri="{FF2B5EF4-FFF2-40B4-BE49-F238E27FC236}">
                <a16:creationId xmlns:a16="http://schemas.microsoft.com/office/drawing/2014/main" id="{267B5FE9-D096-9081-C1D1-A5517EB87CA1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4143640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84426E56-BF5B-4F6B-3D6D-85B0B5848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5E6C8294-704A-3778-8965-0B1B9B0068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noProof="1"/>
              <a:t>Adding Methods to Classes (2/2)</a:t>
            </a:r>
            <a:endParaRPr lang="en-US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47E220BE-F35C-959B-2769-DDEBDEF7AD7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22</a:t>
            </a:fld>
            <a:endParaRPr lang="en-US" noProof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85C90F-B821-CA2A-14D7-F8633CC38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150" y="1010720"/>
            <a:ext cx="7571700" cy="2701913"/>
          </a:xfrm>
          <a:prstGeom prst="rect">
            <a:avLst/>
          </a:prstGeom>
        </p:spPr>
      </p:pic>
      <p:pic>
        <p:nvPicPr>
          <p:cNvPr id="2" name="Picture 1" descr="A black and blue logo&#10;&#10;AI-generated content may be incorrect.">
            <a:extLst>
              <a:ext uri="{FF2B5EF4-FFF2-40B4-BE49-F238E27FC236}">
                <a16:creationId xmlns:a16="http://schemas.microsoft.com/office/drawing/2014/main" id="{1C13D171-C067-A109-F3CC-90EBAA6AFC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4" name="Google Shape;87;p14">
            <a:extLst>
              <a:ext uri="{FF2B5EF4-FFF2-40B4-BE49-F238E27FC236}">
                <a16:creationId xmlns:a16="http://schemas.microsoft.com/office/drawing/2014/main" id="{DFEAB209-996A-0E2E-47F8-351927F066C5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27073191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7DAC4F3-0934-DE49-BB97-8E76E4750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0E104973-F2E5-9FA4-048C-5E3B25CD9B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noProof="1"/>
              <a:t>Providing Constructors for Your Classes (1/4)</a:t>
            </a:r>
            <a:endParaRPr lang="en-US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7A5D566B-2EF1-72DA-68A5-3A3A80F3D1D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23</a:t>
            </a:fld>
            <a:endParaRPr lang="en-US" noProof="1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D3C6F35-66D3-0291-3B64-1697DC39DEB0}"/>
              </a:ext>
            </a:extLst>
          </p:cNvPr>
          <p:cNvSpPr txBox="1">
            <a:spLocks/>
          </p:cNvSpPr>
          <p:nvPr/>
        </p:nvSpPr>
        <p:spPr>
          <a:xfrm>
            <a:off x="786150" y="1261700"/>
            <a:ext cx="7618234" cy="332395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numCol="2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class Car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String? type;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String? color;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int? MaxSpeed;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int? NumOfSeats;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// Method 1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Car(type, color, MaxSpeed, NumOfSeats)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this.type = type;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this.color = color;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this.MaxSpeed = MaxSpeed;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this.NumOfSeats = NumOfSeats;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void CarSpeed()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  print("Car speed is : $MaxSpeed");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var toyota = new Car("Camry", "red", 200, 4);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print("Car Type is: ${toyota.type}");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print("Number of Seats is : ${toyota.NumOfSeats}");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toyota.CarSpeed();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3" name="Picture 2" descr="A black and blue logo&#10;&#10;AI-generated content may be incorrect.">
            <a:extLst>
              <a:ext uri="{FF2B5EF4-FFF2-40B4-BE49-F238E27FC236}">
                <a16:creationId xmlns:a16="http://schemas.microsoft.com/office/drawing/2014/main" id="{07407A39-1797-BD08-20EE-3DBDD7F07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4" name="Google Shape;87;p14">
            <a:extLst>
              <a:ext uri="{FF2B5EF4-FFF2-40B4-BE49-F238E27FC236}">
                <a16:creationId xmlns:a16="http://schemas.microsoft.com/office/drawing/2014/main" id="{9779974F-7A96-F15C-B1B3-5A72231638E1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39333969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39DD3B4-B1D4-583C-839E-F8E44CCF1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2DA091D3-110B-3CA7-5828-146436EF1F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noProof="1"/>
              <a:t>Providing Constructors for Your Classes (2/4)</a:t>
            </a:r>
            <a:endParaRPr lang="en-US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2AF9273B-DBC4-FC46-4EB7-2D39CB5A86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24</a:t>
            </a:fld>
            <a:endParaRPr lang="en-US" noProof="1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42C3D1B-0425-90E0-2F15-1CD4FB8C62F5}"/>
              </a:ext>
            </a:extLst>
          </p:cNvPr>
          <p:cNvSpPr txBox="1">
            <a:spLocks/>
          </p:cNvSpPr>
          <p:nvPr/>
        </p:nvSpPr>
        <p:spPr>
          <a:xfrm>
            <a:off x="786150" y="1261700"/>
            <a:ext cx="7618234" cy="332395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numCol="2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class Car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String? type;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String? color;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int? MaxSpeed;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int? NumOfSeats;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// Method 2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Car(this.type, this. color, this. MaxSpeed, this. NumOfSeats);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void CarSpeed()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  print("Car speed is : $MaxSpeed");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var toyota = new Car("Camry", "red", 200, 4);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print("Car Type is: ${toyota.type}");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print("Number of Seats is : ${toyota.NumOfSeats}");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toyota.CarSpeed();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3" name="Picture 2" descr="A black and blue logo&#10;&#10;AI-generated content may be incorrect.">
            <a:extLst>
              <a:ext uri="{FF2B5EF4-FFF2-40B4-BE49-F238E27FC236}">
                <a16:creationId xmlns:a16="http://schemas.microsoft.com/office/drawing/2014/main" id="{0548BF33-52DB-64F0-2A4B-0601A12BE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4" name="Google Shape;87;p14">
            <a:extLst>
              <a:ext uri="{FF2B5EF4-FFF2-40B4-BE49-F238E27FC236}">
                <a16:creationId xmlns:a16="http://schemas.microsoft.com/office/drawing/2014/main" id="{F07857FB-BD71-3CA9-A946-0147A09D21B1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29213414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B35CDA0-CFD9-FE36-4978-0D0E4CD25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93A0518D-70C0-3FE1-AF03-4B2E0B9091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noProof="1"/>
              <a:t>Providing Constructors for Your Classes (3/4)</a:t>
            </a:r>
            <a:endParaRPr lang="en-US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5AE1498A-7948-E671-620F-040B5CE3D9D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25</a:t>
            </a:fld>
            <a:endParaRPr lang="en-US" noProof="1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0658484-8840-8D60-F2BD-CB60614F2B6E}"/>
              </a:ext>
            </a:extLst>
          </p:cNvPr>
          <p:cNvSpPr txBox="1">
            <a:spLocks/>
          </p:cNvSpPr>
          <p:nvPr/>
        </p:nvSpPr>
        <p:spPr>
          <a:xfrm>
            <a:off x="786150" y="1261700"/>
            <a:ext cx="7618234" cy="332395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numCol="2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class Car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String? type;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String? color;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int? MaxSpeed;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int? NumOfSeats;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// Method 3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Car.initialize(){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type = "Camry";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color = "red";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MaxSpeed = 200;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NumOfSeats = 4;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void CarSpeed()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  print("Car speed is : $MaxSpeed");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var toyota = new Car.initialize();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print("Car Type is: ${toyota.type}");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print("Number of Seats is : ${toyota.NumOfSeats}");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toyota.CarSpeed();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3" name="Picture 2" descr="A black and blue logo&#10;&#10;AI-generated content may be incorrect.">
            <a:extLst>
              <a:ext uri="{FF2B5EF4-FFF2-40B4-BE49-F238E27FC236}">
                <a16:creationId xmlns:a16="http://schemas.microsoft.com/office/drawing/2014/main" id="{A88820CC-E2EB-0AE4-32B7-86F893673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4" name="Google Shape;87;p14">
            <a:extLst>
              <a:ext uri="{FF2B5EF4-FFF2-40B4-BE49-F238E27FC236}">
                <a16:creationId xmlns:a16="http://schemas.microsoft.com/office/drawing/2014/main" id="{D8577650-DC4E-91E6-25FF-F69C46DA5AF6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8237999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C6CD6A3-AE68-A408-FBB9-8CB9E9DDE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6FC1DB65-27A5-7815-4F08-5E72EBC062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noProof="1"/>
              <a:t>Providing Constructors for Your Classes (4/4)</a:t>
            </a:r>
            <a:endParaRPr lang="en-US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FC5EE51E-8C71-27E7-1857-50864C1953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26</a:t>
            </a:fld>
            <a:endParaRPr lang="en-US" noProof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C710F6-DFF0-D23A-1148-85C9CF8C3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151" y="1010720"/>
            <a:ext cx="7571700" cy="2596377"/>
          </a:xfrm>
          <a:prstGeom prst="rect">
            <a:avLst/>
          </a:prstGeom>
        </p:spPr>
      </p:pic>
      <p:pic>
        <p:nvPicPr>
          <p:cNvPr id="7" name="Picture 6" descr="A black and blue logo&#10;&#10;AI-generated content may be incorrect.">
            <a:extLst>
              <a:ext uri="{FF2B5EF4-FFF2-40B4-BE49-F238E27FC236}">
                <a16:creationId xmlns:a16="http://schemas.microsoft.com/office/drawing/2014/main" id="{65B10476-DD17-C758-26EF-42280C47C2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2" name="Google Shape;87;p14">
            <a:extLst>
              <a:ext uri="{FF2B5EF4-FFF2-40B4-BE49-F238E27FC236}">
                <a16:creationId xmlns:a16="http://schemas.microsoft.com/office/drawing/2014/main" id="{99E30F72-21CA-B912-406F-0E533819A445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11792306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87C6059-BB60-6E0E-3AC2-5E8F76FE4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84DB257-1A9F-C5A2-F28E-9E144A655395}"/>
              </a:ext>
            </a:extLst>
          </p:cNvPr>
          <p:cNvSpPr txBox="1">
            <a:spLocks/>
          </p:cNvSpPr>
          <p:nvPr/>
        </p:nvSpPr>
        <p:spPr>
          <a:xfrm>
            <a:off x="4665066" y="1261700"/>
            <a:ext cx="3739317" cy="264684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numCol="1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class Car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String? type;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String? color;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int? MaxSpeed;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int? NumOfSeats;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set setType(String value) =&gt; type = value;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String? get getType =&gt; type;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var toyota = new Car();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toyota.setType = "Bus";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print(toyota.getType);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5E6957CA-0A54-7E27-E286-7C0EBBCFD9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noProof="1"/>
              <a:t>Class — Getters and Setters</a:t>
            </a:r>
            <a:endParaRPr lang="en-US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184853D9-405C-E2D2-49A0-C42637E376D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27</a:t>
            </a:fld>
            <a:endParaRPr lang="en-US" noProof="1"/>
          </a:p>
        </p:txBody>
      </p:sp>
      <p:sp>
        <p:nvSpPr>
          <p:cNvPr id="3" name="Google Shape;111;p17">
            <a:extLst>
              <a:ext uri="{FF2B5EF4-FFF2-40B4-BE49-F238E27FC236}">
                <a16:creationId xmlns:a16="http://schemas.microsoft.com/office/drawing/2014/main" id="{B3CF5B34-E8FC-9009-C051-43D919854E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261700"/>
            <a:ext cx="3692785" cy="3573600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noProof="1"/>
              <a:t>Effectively protect your data, particularly when creating classes</a:t>
            </a:r>
          </a:p>
          <a:p>
            <a:pPr>
              <a:lnSpc>
                <a:spcPct val="150000"/>
              </a:lnSpc>
            </a:pPr>
            <a:r>
              <a:rPr lang="en-US" sz="1600" noProof="1"/>
              <a:t>A getter method returns its value</a:t>
            </a:r>
          </a:p>
          <a:p>
            <a:pPr lvl="1">
              <a:lnSpc>
                <a:spcPct val="150000"/>
              </a:lnSpc>
            </a:pPr>
            <a:r>
              <a:rPr lang="en-US" sz="1600" noProof="1"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US" sz="1600" noProof="1"/>
              <a:t> keyword  </a:t>
            </a:r>
          </a:p>
          <a:p>
            <a:pPr>
              <a:lnSpc>
                <a:spcPct val="150000"/>
              </a:lnSpc>
            </a:pPr>
            <a:r>
              <a:rPr lang="en-US" sz="1600" noProof="1"/>
              <a:t>A setter method sets or updates its value</a:t>
            </a:r>
          </a:p>
          <a:p>
            <a:pPr lvl="1">
              <a:lnSpc>
                <a:spcPct val="150000"/>
              </a:lnSpc>
            </a:pPr>
            <a:r>
              <a:rPr lang="en-US" sz="1600" noProof="1"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en-US" sz="1600" noProof="1"/>
              <a:t> keyword  </a:t>
            </a:r>
          </a:p>
        </p:txBody>
      </p:sp>
      <p:pic>
        <p:nvPicPr>
          <p:cNvPr id="10" name="Picture 9" descr="A black and blue logo&#10;&#10;AI-generated content may be incorrect.">
            <a:extLst>
              <a:ext uri="{FF2B5EF4-FFF2-40B4-BE49-F238E27FC236}">
                <a16:creationId xmlns:a16="http://schemas.microsoft.com/office/drawing/2014/main" id="{763526F3-2CE4-4548-AA98-C2068DB29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2" name="Google Shape;87;p14">
            <a:extLst>
              <a:ext uri="{FF2B5EF4-FFF2-40B4-BE49-F238E27FC236}">
                <a16:creationId xmlns:a16="http://schemas.microsoft.com/office/drawing/2014/main" id="{DB1C7151-9D1A-8746-A4DD-E0C52535D4CB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18850490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9F3F1F34-2753-4A5C-C962-61AA7DAC7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8FE46E6-C673-9795-77E4-19125C5597CB}"/>
              </a:ext>
            </a:extLst>
          </p:cNvPr>
          <p:cNvSpPr txBox="1">
            <a:spLocks/>
          </p:cNvSpPr>
          <p:nvPr/>
        </p:nvSpPr>
        <p:spPr>
          <a:xfrm>
            <a:off x="4665066" y="1261700"/>
            <a:ext cx="3739317" cy="3108513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numCol="1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class Student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String? Name;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String? Address;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int? TelNumber;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String? Email;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class Teacher extends Student{}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var trainer = new Teacher();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trainer.Email = "test@gmail.com";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trainer.TelNumber = 123456789;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print("Email Address : ${trainer.Email}");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print("Telephone Number: ${trainer.TelNumber}");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endParaRPr lang="en-US" sz="1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7AC4E52E-A304-DA65-F0B0-E1F4AFCC88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noProof="1"/>
              <a:t>Class Inheritance</a:t>
            </a:r>
            <a:endParaRPr lang="en-US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954908FF-459E-409D-4F4C-ECAB0680311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28</a:t>
            </a:fld>
            <a:endParaRPr lang="en-US" noProof="1"/>
          </a:p>
        </p:txBody>
      </p:sp>
      <p:sp>
        <p:nvSpPr>
          <p:cNvPr id="3" name="Google Shape;111;p17">
            <a:extLst>
              <a:ext uri="{FF2B5EF4-FFF2-40B4-BE49-F238E27FC236}">
                <a16:creationId xmlns:a16="http://schemas.microsoft.com/office/drawing/2014/main" id="{213BF7F6-7027-773B-12AE-489AF5DE80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261700"/>
            <a:ext cx="3692785" cy="3573600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noProof="1"/>
              <a:t>Derive new class from the existing class – parent class or super class</a:t>
            </a:r>
          </a:p>
          <a:p>
            <a:pPr>
              <a:lnSpc>
                <a:spcPct val="150000"/>
              </a:lnSpc>
            </a:pPr>
            <a:r>
              <a:rPr lang="en-US" sz="1600" noProof="1"/>
              <a:t>reuse properties and methods of the existing class without rewriting again</a:t>
            </a:r>
          </a:p>
        </p:txBody>
      </p:sp>
      <p:pic>
        <p:nvPicPr>
          <p:cNvPr id="2" name="Picture 1" descr="A black and blue logo&#10;&#10;AI-generated content may be incorrect.">
            <a:extLst>
              <a:ext uri="{FF2B5EF4-FFF2-40B4-BE49-F238E27FC236}">
                <a16:creationId xmlns:a16="http://schemas.microsoft.com/office/drawing/2014/main" id="{EAAEC076-EF43-08BA-4EEB-D1997D33E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4" name="Google Shape;87;p14">
            <a:extLst>
              <a:ext uri="{FF2B5EF4-FFF2-40B4-BE49-F238E27FC236}">
                <a16:creationId xmlns:a16="http://schemas.microsoft.com/office/drawing/2014/main" id="{2910727D-C0A9-B8A0-85B1-3FAF774D6380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21117633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E4F67CD-EDFA-7011-9DBA-A95EAF27B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F05625B-C246-C50A-E7B5-323AD19CE3F9}"/>
              </a:ext>
            </a:extLst>
          </p:cNvPr>
          <p:cNvSpPr txBox="1">
            <a:spLocks/>
          </p:cNvSpPr>
          <p:nvPr/>
        </p:nvSpPr>
        <p:spPr>
          <a:xfrm>
            <a:off x="4665066" y="1261700"/>
            <a:ext cx="3739317" cy="95407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numCol="1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abstract class Student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contactInfo();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main() {}</a:t>
            </a:r>
          </a:p>
        </p:txBody>
      </p:sp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1DDD35EA-A72D-A195-8B61-7E6BD4FB4B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MY" b="1" dirty="0"/>
              <a:t>Abstract Class (1/3)</a:t>
            </a:r>
            <a:endParaRPr lang="en-US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E8689C35-A390-9BAA-A377-363CE9B12C1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29</a:t>
            </a:fld>
            <a:endParaRPr lang="en-US" noProof="1"/>
          </a:p>
        </p:txBody>
      </p:sp>
      <p:sp>
        <p:nvSpPr>
          <p:cNvPr id="3" name="Google Shape;111;p17">
            <a:extLst>
              <a:ext uri="{FF2B5EF4-FFF2-40B4-BE49-F238E27FC236}">
                <a16:creationId xmlns:a16="http://schemas.microsoft.com/office/drawing/2014/main" id="{7FFA7921-2DA6-1647-6930-2B968D006A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261700"/>
            <a:ext cx="3692785" cy="3573600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noProof="1"/>
              <a:t>At least one of its methods or functions does not have an implementation (function body)</a:t>
            </a:r>
          </a:p>
          <a:p>
            <a:pPr lvl="1">
              <a:lnSpc>
                <a:spcPct val="150000"/>
              </a:lnSpc>
            </a:pPr>
            <a:r>
              <a:rPr lang="en-US" sz="1600" noProof="1"/>
              <a:t>Child class to provide the implementation</a:t>
            </a:r>
          </a:p>
          <a:p>
            <a:pPr>
              <a:lnSpc>
                <a:spcPct val="150000"/>
              </a:lnSpc>
            </a:pPr>
            <a:r>
              <a:rPr lang="en-US" sz="1600" noProof="1"/>
              <a:t>Its only purpose is to be inherited</a:t>
            </a:r>
          </a:p>
          <a:p>
            <a:pPr lvl="1">
              <a:lnSpc>
                <a:spcPct val="150000"/>
              </a:lnSpc>
            </a:pPr>
            <a:r>
              <a:rPr lang="en-US" sz="1600" noProof="1"/>
              <a:t>Cannot be instantiated</a:t>
            </a:r>
          </a:p>
          <a:p>
            <a:pPr>
              <a:lnSpc>
                <a:spcPct val="150000"/>
              </a:lnSpc>
            </a:pPr>
            <a:endParaRPr lang="en-US" sz="1600" noProof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E99D91-6CA1-DEF2-06CD-9D96D172C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2952" y="2340864"/>
            <a:ext cx="3741431" cy="2408987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6DF1769-C843-80E0-3516-A105D91BC9B9}"/>
              </a:ext>
            </a:extLst>
          </p:cNvPr>
          <p:cNvCxnSpPr>
            <a:cxnSpLocks/>
          </p:cNvCxnSpPr>
          <p:nvPr/>
        </p:nvCxnSpPr>
        <p:spPr>
          <a:xfrm>
            <a:off x="3834384" y="3901440"/>
            <a:ext cx="1591056" cy="60960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1" name="Picture 10" descr="A black and blue logo&#10;&#10;AI-generated content may be incorrect.">
            <a:extLst>
              <a:ext uri="{FF2B5EF4-FFF2-40B4-BE49-F238E27FC236}">
                <a16:creationId xmlns:a16="http://schemas.microsoft.com/office/drawing/2014/main" id="{B05E7290-D0D8-9A2F-19D4-3C814BB8AD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2" name="Google Shape;87;p14">
            <a:extLst>
              <a:ext uri="{FF2B5EF4-FFF2-40B4-BE49-F238E27FC236}">
                <a16:creationId xmlns:a16="http://schemas.microsoft.com/office/drawing/2014/main" id="{08B139B6-70C8-DAAE-C6E5-3FA870F058EC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15166911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95069303-81C8-8460-F396-1D9FA40D1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B1107ACA-4CC9-C049-141F-885D717518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MY" b="1" dirty="0"/>
              <a:t>Abstract Class (2/3)</a:t>
            </a:r>
            <a:endParaRPr lang="en-US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EA64A1CA-B07F-1F82-0CA2-0968B62936E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30</a:t>
            </a:fld>
            <a:endParaRPr lang="en-US" noProof="1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DD54460-864C-5AB4-FC0E-0475E73D9780}"/>
              </a:ext>
            </a:extLst>
          </p:cNvPr>
          <p:cNvSpPr txBox="1">
            <a:spLocks/>
          </p:cNvSpPr>
          <p:nvPr/>
        </p:nvSpPr>
        <p:spPr>
          <a:xfrm>
            <a:off x="739617" y="1261700"/>
            <a:ext cx="3739317" cy="264684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numCol="1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abstract class Student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contactInfo();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class ITStudent extends Student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@override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contactInfo()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// TODO: implement contactInfo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print("Dart fundamentals");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var SoftwareStudent = new ITStudent();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SoftwareStudent.contactInfo();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BA9FE7E-8E66-9457-0B81-47758D14B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063" y="1261700"/>
            <a:ext cx="3739319" cy="1869660"/>
          </a:xfrm>
          <a:prstGeom prst="rect">
            <a:avLst/>
          </a:prstGeom>
        </p:spPr>
      </p:pic>
      <p:pic>
        <p:nvPicPr>
          <p:cNvPr id="15" name="Picture 14" descr="A black and blue logo&#10;&#10;AI-generated content may be incorrect.">
            <a:extLst>
              <a:ext uri="{FF2B5EF4-FFF2-40B4-BE49-F238E27FC236}">
                <a16:creationId xmlns:a16="http://schemas.microsoft.com/office/drawing/2014/main" id="{15700BE8-18BC-96DB-5540-B9FB30BC7A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2" name="Google Shape;87;p14">
            <a:extLst>
              <a:ext uri="{FF2B5EF4-FFF2-40B4-BE49-F238E27FC236}">
                <a16:creationId xmlns:a16="http://schemas.microsoft.com/office/drawing/2014/main" id="{BC09D6B7-9C5C-BA41-8823-293E3CC4E18A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20097095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55DD5E5-41BD-3B40-A2B1-20DF56F34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6CB55E44-6EAD-9C38-4D6B-E0AD28A3DE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MY" b="1" dirty="0"/>
              <a:t>Abstract Class (3/3)</a:t>
            </a:r>
            <a:endParaRPr lang="en-US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E47E4B11-76FE-B64A-55D7-D9519F42A2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31</a:t>
            </a:fld>
            <a:endParaRPr lang="en-US" noProof="1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6BE34B3-A29D-A3C8-9F13-B6A08BA0C0F5}"/>
              </a:ext>
            </a:extLst>
          </p:cNvPr>
          <p:cNvSpPr txBox="1">
            <a:spLocks/>
          </p:cNvSpPr>
          <p:nvPr/>
        </p:nvSpPr>
        <p:spPr>
          <a:xfrm>
            <a:off x="739617" y="1261700"/>
            <a:ext cx="3739317" cy="341629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numCol="1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abstract class Student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contactInfo();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CourseInfo()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print("Flutter Application Development Course");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class ITStudent extends Student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@override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contactInfo()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  // TODO: implement contactInfo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  print("Dart fundamentals");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var SoftwareStudent = new ITStudent();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SoftwareStudent.contactInfo();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SoftwareStudent.CourseInfo();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96FB8A-DA1F-41FE-B62C-356928EC3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1020" y="1261700"/>
            <a:ext cx="3727406" cy="1863703"/>
          </a:xfrm>
          <a:prstGeom prst="rect">
            <a:avLst/>
          </a:prstGeom>
        </p:spPr>
      </p:pic>
      <p:pic>
        <p:nvPicPr>
          <p:cNvPr id="11" name="Picture 10" descr="A black and blue logo&#10;&#10;AI-generated content may be incorrect.">
            <a:extLst>
              <a:ext uri="{FF2B5EF4-FFF2-40B4-BE49-F238E27FC236}">
                <a16:creationId xmlns:a16="http://schemas.microsoft.com/office/drawing/2014/main" id="{66B4A2C8-C18B-DE26-6402-BAA00454D0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2" name="Google Shape;87;p14">
            <a:extLst>
              <a:ext uri="{FF2B5EF4-FFF2-40B4-BE49-F238E27FC236}">
                <a16:creationId xmlns:a16="http://schemas.microsoft.com/office/drawing/2014/main" id="{BB621845-071C-35FB-7914-9E4E3DB34EB9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14081956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26D088C9-4A01-4929-739D-3CA8EA9BF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11;p17">
            <a:extLst>
              <a:ext uri="{FF2B5EF4-FFF2-40B4-BE49-F238E27FC236}">
                <a16:creationId xmlns:a16="http://schemas.microsoft.com/office/drawing/2014/main" id="{496AB7DE-E1BA-6A47-205D-C687478CB2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261700"/>
            <a:ext cx="3692785" cy="3573600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noProof="1"/>
              <a:t>Create new Dart Project</a:t>
            </a:r>
          </a:p>
        </p:txBody>
      </p:sp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969E14A1-007B-D971-A4D6-7AAE8AE4DF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Dart Project Structure and Dart Libraries (1/4)</a:t>
            </a:r>
            <a:endParaRPr lang="en-US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B25A6FDC-F9E2-BFFC-6332-EA51BE42788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32</a:t>
            </a:fld>
            <a:endParaRPr lang="en-US" noProof="1"/>
          </a:p>
        </p:txBody>
      </p:sp>
      <p:pic>
        <p:nvPicPr>
          <p:cNvPr id="11" name="Picture 10" descr="A black and blue logo&#10;&#10;AI-generated content may be incorrect.">
            <a:extLst>
              <a:ext uri="{FF2B5EF4-FFF2-40B4-BE49-F238E27FC236}">
                <a16:creationId xmlns:a16="http://schemas.microsoft.com/office/drawing/2014/main" id="{370FC561-7AF1-034F-2E1C-0C40F2E52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5B7B09AB-AF26-772D-EB60-D7258C6814C2}"/>
              </a:ext>
            </a:extLst>
          </p:cNvPr>
          <p:cNvGrpSpPr/>
          <p:nvPr/>
        </p:nvGrpSpPr>
        <p:grpSpPr>
          <a:xfrm>
            <a:off x="739613" y="1440096"/>
            <a:ext cx="3739320" cy="2326859"/>
            <a:chOff x="739613" y="2508441"/>
            <a:chExt cx="3739320" cy="232685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39618C4-FBA0-56C5-48B4-ADF9185325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9615" y="2965641"/>
              <a:ext cx="3739318" cy="1869659"/>
            </a:xfrm>
            <a:prstGeom prst="rect">
              <a:avLst/>
            </a:prstGeom>
          </p:spPr>
        </p:pic>
        <p:sp>
          <p:nvSpPr>
            <p:cNvPr id="10" name="Rectangle: Top Corners Snipped 9">
              <a:extLst>
                <a:ext uri="{FF2B5EF4-FFF2-40B4-BE49-F238E27FC236}">
                  <a16:creationId xmlns:a16="http://schemas.microsoft.com/office/drawing/2014/main" id="{74F2211D-F7D3-DA0F-A4A4-33F566732E2D}"/>
                </a:ext>
              </a:extLst>
            </p:cNvPr>
            <p:cNvSpPr/>
            <p:nvPr/>
          </p:nvSpPr>
          <p:spPr>
            <a:xfrm>
              <a:off x="739613" y="2508441"/>
              <a:ext cx="457200" cy="457200"/>
            </a:xfrm>
            <a:prstGeom prst="snip2Same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1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69D2532-1A7C-5749-55C8-DFD043BA8191}"/>
              </a:ext>
            </a:extLst>
          </p:cNvPr>
          <p:cNvGrpSpPr/>
          <p:nvPr/>
        </p:nvGrpSpPr>
        <p:grpSpPr>
          <a:xfrm>
            <a:off x="4665065" y="1440095"/>
            <a:ext cx="3739322" cy="2326860"/>
            <a:chOff x="4665065" y="2508440"/>
            <a:chExt cx="3739322" cy="232686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B371638-B1ED-B42C-B811-9B40804F38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65067" y="2965640"/>
              <a:ext cx="3739320" cy="1869660"/>
            </a:xfrm>
            <a:prstGeom prst="rect">
              <a:avLst/>
            </a:prstGeom>
          </p:spPr>
        </p:pic>
        <p:sp>
          <p:nvSpPr>
            <p:cNvPr id="14" name="Rectangle: Top Corners Snipped 13">
              <a:extLst>
                <a:ext uri="{FF2B5EF4-FFF2-40B4-BE49-F238E27FC236}">
                  <a16:creationId xmlns:a16="http://schemas.microsoft.com/office/drawing/2014/main" id="{933C35D7-FA40-3707-C3C4-7494635A9F84}"/>
                </a:ext>
              </a:extLst>
            </p:cNvPr>
            <p:cNvSpPr/>
            <p:nvPr/>
          </p:nvSpPr>
          <p:spPr>
            <a:xfrm>
              <a:off x="4665065" y="2508440"/>
              <a:ext cx="457200" cy="457200"/>
            </a:xfrm>
            <a:prstGeom prst="snip2Same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2</a:t>
              </a:r>
            </a:p>
          </p:txBody>
        </p:sp>
      </p:grpSp>
      <p:sp>
        <p:nvSpPr>
          <p:cNvPr id="2" name="Google Shape;87;p14">
            <a:extLst>
              <a:ext uri="{FF2B5EF4-FFF2-40B4-BE49-F238E27FC236}">
                <a16:creationId xmlns:a16="http://schemas.microsoft.com/office/drawing/2014/main" id="{D38B8E96-3F78-0DB0-8F27-1D7C839EF630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4655820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6C2DE33-CC48-BCC7-2FC5-9BA7B8D93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3A9C1BD-DCA7-4AA8-6D87-540C76CBE4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78F8BA66-D0E2-A609-87CE-63D0EC046C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Dart Project Structure and Dart Libraries (2/4)</a:t>
            </a:r>
            <a:endParaRPr lang="en-US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51568EF7-8DE5-3B34-CB31-68B46FFA6E4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33</a:t>
            </a:fld>
            <a:endParaRPr lang="en-US" noProof="1"/>
          </a:p>
        </p:txBody>
      </p:sp>
      <p:pic>
        <p:nvPicPr>
          <p:cNvPr id="11" name="Picture 10" descr="A black and blue logo&#10;&#10;AI-generated content may be incorrect.">
            <a:extLst>
              <a:ext uri="{FF2B5EF4-FFF2-40B4-BE49-F238E27FC236}">
                <a16:creationId xmlns:a16="http://schemas.microsoft.com/office/drawing/2014/main" id="{35B7782F-80F4-87AA-752E-B32DB4C3E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6B291793-D9A2-9E77-467F-478315FF3227}"/>
              </a:ext>
            </a:extLst>
          </p:cNvPr>
          <p:cNvGrpSpPr/>
          <p:nvPr/>
        </p:nvGrpSpPr>
        <p:grpSpPr>
          <a:xfrm>
            <a:off x="739613" y="1439276"/>
            <a:ext cx="3739320" cy="2326859"/>
            <a:chOff x="739613" y="1790304"/>
            <a:chExt cx="3739320" cy="232685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797C926-06FB-1F7A-0A9F-5EC8690CB8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739615" y="2247504"/>
              <a:ext cx="3739318" cy="1869659"/>
            </a:xfrm>
            <a:prstGeom prst="rect">
              <a:avLst/>
            </a:prstGeom>
          </p:spPr>
        </p:pic>
        <p:sp>
          <p:nvSpPr>
            <p:cNvPr id="10" name="Rectangle: Top Corners Snipped 9">
              <a:extLst>
                <a:ext uri="{FF2B5EF4-FFF2-40B4-BE49-F238E27FC236}">
                  <a16:creationId xmlns:a16="http://schemas.microsoft.com/office/drawing/2014/main" id="{6A6347D8-25A2-6494-27F6-BB9836BD0797}"/>
                </a:ext>
              </a:extLst>
            </p:cNvPr>
            <p:cNvSpPr/>
            <p:nvPr/>
          </p:nvSpPr>
          <p:spPr>
            <a:xfrm>
              <a:off x="739613" y="1790304"/>
              <a:ext cx="457200" cy="457200"/>
            </a:xfrm>
            <a:prstGeom prst="snip2Same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3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D5151E1-C155-EC8A-15B2-1A11F50066F6}"/>
              </a:ext>
            </a:extLst>
          </p:cNvPr>
          <p:cNvGrpSpPr/>
          <p:nvPr/>
        </p:nvGrpSpPr>
        <p:grpSpPr>
          <a:xfrm>
            <a:off x="4665065" y="1316947"/>
            <a:ext cx="3739320" cy="2564026"/>
            <a:chOff x="4665065" y="1831734"/>
            <a:chExt cx="3739320" cy="2564026"/>
          </a:xfrm>
        </p:grpSpPr>
        <p:sp>
          <p:nvSpPr>
            <p:cNvPr id="14" name="Rectangle: Top Corners Snipped 13">
              <a:extLst>
                <a:ext uri="{FF2B5EF4-FFF2-40B4-BE49-F238E27FC236}">
                  <a16:creationId xmlns:a16="http://schemas.microsoft.com/office/drawing/2014/main" id="{2F9382F0-54E9-6BF2-5207-B8C9B7A9F7A8}"/>
                </a:ext>
              </a:extLst>
            </p:cNvPr>
            <p:cNvSpPr/>
            <p:nvPr/>
          </p:nvSpPr>
          <p:spPr>
            <a:xfrm>
              <a:off x="4665065" y="1831734"/>
              <a:ext cx="457200" cy="457200"/>
            </a:xfrm>
            <a:prstGeom prst="snip2Same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4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06754AF-2CBD-B35F-FE5B-3098D6C194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65065" y="2288934"/>
              <a:ext cx="3739320" cy="2106826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FA2C8F9-4A49-E467-CA47-E6CEA542927A}"/>
              </a:ext>
            </a:extLst>
          </p:cNvPr>
          <p:cNvGrpSpPr/>
          <p:nvPr/>
        </p:nvGrpSpPr>
        <p:grpSpPr>
          <a:xfrm>
            <a:off x="5683250" y="1675247"/>
            <a:ext cx="527186" cy="395854"/>
            <a:chOff x="5683250" y="1675247"/>
            <a:chExt cx="527186" cy="39585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F6868C-F02D-A9C7-E799-EDD1EF3D6F33}"/>
                </a:ext>
              </a:extLst>
            </p:cNvPr>
            <p:cNvSpPr/>
            <p:nvPr/>
          </p:nvSpPr>
          <p:spPr>
            <a:xfrm>
              <a:off x="5683250" y="1896476"/>
              <a:ext cx="219869" cy="17462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C8F830B-FCC8-B834-E53D-CC017F9CD911}"/>
                </a:ext>
              </a:extLst>
            </p:cNvPr>
            <p:cNvSpPr txBox="1"/>
            <p:nvPr/>
          </p:nvSpPr>
          <p:spPr>
            <a:xfrm>
              <a:off x="5968062" y="1675247"/>
              <a:ext cx="242374" cy="21544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MY" sz="800" dirty="0"/>
                <a:t>1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CBF27C3-6082-47D0-3FB0-397FAC31F07C}"/>
              </a:ext>
            </a:extLst>
          </p:cNvPr>
          <p:cNvGrpSpPr/>
          <p:nvPr/>
        </p:nvGrpSpPr>
        <p:grpSpPr>
          <a:xfrm>
            <a:off x="6982638" y="3427199"/>
            <a:ext cx="1213111" cy="410069"/>
            <a:chOff x="6982638" y="3427199"/>
            <a:chExt cx="1213111" cy="41006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E4C748C-9635-2E39-BFDF-8AB2EC8735F3}"/>
                </a:ext>
              </a:extLst>
            </p:cNvPr>
            <p:cNvSpPr/>
            <p:nvPr/>
          </p:nvSpPr>
          <p:spPr>
            <a:xfrm>
              <a:off x="6982638" y="3695002"/>
              <a:ext cx="970737" cy="14226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97C5484-D8FB-1C8C-F6A4-DAC1FB35DAEA}"/>
                </a:ext>
              </a:extLst>
            </p:cNvPr>
            <p:cNvSpPr txBox="1"/>
            <p:nvPr/>
          </p:nvSpPr>
          <p:spPr>
            <a:xfrm>
              <a:off x="7953375" y="3427199"/>
              <a:ext cx="242374" cy="21544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MY" sz="800" dirty="0"/>
                <a:t>2</a:t>
              </a:r>
            </a:p>
          </p:txBody>
        </p:sp>
      </p:grpSp>
      <p:sp>
        <p:nvSpPr>
          <p:cNvPr id="2" name="Google Shape;87;p14">
            <a:extLst>
              <a:ext uri="{FF2B5EF4-FFF2-40B4-BE49-F238E27FC236}">
                <a16:creationId xmlns:a16="http://schemas.microsoft.com/office/drawing/2014/main" id="{F49FA889-51EC-0158-0C5B-A54DAD5405E5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25435277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26CAE59D-C6F8-BAAF-E0BF-FAC31B46C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69CA96C9-F098-67CE-8A9B-D1F0F86B95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Dart Project Structure and Dart Libraries (3/4)</a:t>
            </a:r>
            <a:endParaRPr lang="en-US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E8D444EE-A77F-A917-5D7C-E67239CF71E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34</a:t>
            </a:fld>
            <a:endParaRPr lang="en-US" noProof="1"/>
          </a:p>
        </p:txBody>
      </p:sp>
      <p:pic>
        <p:nvPicPr>
          <p:cNvPr id="11" name="Picture 10" descr="A black and blue logo&#10;&#10;AI-generated content may be incorrect.">
            <a:extLst>
              <a:ext uri="{FF2B5EF4-FFF2-40B4-BE49-F238E27FC236}">
                <a16:creationId xmlns:a16="http://schemas.microsoft.com/office/drawing/2014/main" id="{C14886CF-16B7-D1C8-23E0-D46A08DF6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C4A454-A5CC-413A-7EF9-D8C0380E56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9615" y="1897296"/>
            <a:ext cx="3739318" cy="1869659"/>
          </a:xfrm>
          <a:prstGeom prst="rect">
            <a:avLst/>
          </a:prstGeom>
        </p:spPr>
      </p:pic>
      <p:sp>
        <p:nvSpPr>
          <p:cNvPr id="10" name="Rectangle: Top Corners Snipped 9">
            <a:extLst>
              <a:ext uri="{FF2B5EF4-FFF2-40B4-BE49-F238E27FC236}">
                <a16:creationId xmlns:a16="http://schemas.microsoft.com/office/drawing/2014/main" id="{8E2E4532-5B3A-1425-1E9D-D0455B6A862E}"/>
              </a:ext>
            </a:extLst>
          </p:cNvPr>
          <p:cNvSpPr/>
          <p:nvPr/>
        </p:nvSpPr>
        <p:spPr>
          <a:xfrm>
            <a:off x="739613" y="1440096"/>
            <a:ext cx="457200" cy="457200"/>
          </a:xfrm>
          <a:prstGeom prst="snip2Same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5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BBB13C4-1063-7C84-5BEF-6055E6FDE59B}"/>
              </a:ext>
            </a:extLst>
          </p:cNvPr>
          <p:cNvGrpSpPr/>
          <p:nvPr/>
        </p:nvGrpSpPr>
        <p:grpSpPr>
          <a:xfrm>
            <a:off x="4933950" y="1440095"/>
            <a:ext cx="3470434" cy="2322559"/>
            <a:chOff x="4933950" y="1440095"/>
            <a:chExt cx="3470434" cy="2322559"/>
          </a:xfrm>
        </p:grpSpPr>
        <p:sp>
          <p:nvSpPr>
            <p:cNvPr id="14" name="Rectangle: Top Corners Snipped 13">
              <a:extLst>
                <a:ext uri="{FF2B5EF4-FFF2-40B4-BE49-F238E27FC236}">
                  <a16:creationId xmlns:a16="http://schemas.microsoft.com/office/drawing/2014/main" id="{4D1AFE4D-2E60-56CC-AE0F-D7ECECDDF22C}"/>
                </a:ext>
              </a:extLst>
            </p:cNvPr>
            <p:cNvSpPr/>
            <p:nvPr/>
          </p:nvSpPr>
          <p:spPr>
            <a:xfrm>
              <a:off x="4933950" y="1440095"/>
              <a:ext cx="457200" cy="457200"/>
            </a:xfrm>
            <a:prstGeom prst="snip2Same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6</a:t>
              </a:r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8C95DAF-0896-EBA0-5E4D-E5636AF2D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33950" y="1897296"/>
              <a:ext cx="3470434" cy="1865358"/>
            </a:xfrm>
            <a:prstGeom prst="rect">
              <a:avLst/>
            </a:prstGeom>
          </p:spPr>
        </p:pic>
      </p:grpSp>
      <p:sp>
        <p:nvSpPr>
          <p:cNvPr id="4" name="Google Shape;87;p14">
            <a:extLst>
              <a:ext uri="{FF2B5EF4-FFF2-40B4-BE49-F238E27FC236}">
                <a16:creationId xmlns:a16="http://schemas.microsoft.com/office/drawing/2014/main" id="{1AC7E05C-FA05-F592-8D7C-1C6015CD92A5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13880365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0852A-043D-C5F7-6857-81DEB461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Dart Project Structure and Dart Libraries (4/4)</a:t>
            </a:r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1E6861-04C5-6666-422D-ECCFA48267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35</a:t>
            </a:fld>
            <a:endParaRPr lang="e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B7D0F07-176E-AD89-4A27-D1AE0DB3B6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7649"/>
          <a:stretch>
            <a:fillRect/>
          </a:stretch>
        </p:blipFill>
        <p:spPr>
          <a:xfrm>
            <a:off x="6918400" y="1261699"/>
            <a:ext cx="1485984" cy="3573601"/>
          </a:xfrm>
          <a:prstGeom prst="rect">
            <a:avLst/>
          </a:prstGeom>
        </p:spPr>
      </p:pic>
      <p:sp>
        <p:nvSpPr>
          <p:cNvPr id="3" name="Google Shape;87;p14">
            <a:extLst>
              <a:ext uri="{FF2B5EF4-FFF2-40B4-BE49-F238E27FC236}">
                <a16:creationId xmlns:a16="http://schemas.microsoft.com/office/drawing/2014/main" id="{105D36C7-DDFE-DBE1-864E-A01A2E84F42F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  <p:sp>
        <p:nvSpPr>
          <p:cNvPr id="8" name="Google Shape;111;p17">
            <a:extLst>
              <a:ext uri="{FF2B5EF4-FFF2-40B4-BE49-F238E27FC236}">
                <a16:creationId xmlns:a16="http://schemas.microsoft.com/office/drawing/2014/main" id="{B8885A7A-B207-6E6E-7125-1FF34923E2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261700"/>
            <a:ext cx="3692785" cy="3573600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noProof="1"/>
              <a:t>Folders</a:t>
            </a:r>
          </a:p>
          <a:p>
            <a:pPr lvl="1">
              <a:lnSpc>
                <a:spcPct val="150000"/>
              </a:lnSpc>
            </a:pPr>
            <a:r>
              <a:rPr lang="en-US" sz="1600" noProof="1"/>
              <a:t>bin – public entry points of a command-line application</a:t>
            </a:r>
          </a:p>
          <a:p>
            <a:pPr lvl="1">
              <a:lnSpc>
                <a:spcPct val="150000"/>
              </a:lnSpc>
            </a:pPr>
            <a:r>
              <a:rPr lang="en-US" sz="1600" noProof="1"/>
              <a:t>lib – all reusable Dart code and libraries</a:t>
            </a:r>
          </a:p>
          <a:p>
            <a:pPr lvl="1">
              <a:lnSpc>
                <a:spcPct val="150000"/>
              </a:lnSpc>
            </a:pPr>
            <a:r>
              <a:rPr lang="en-US" sz="1600" noProof="1"/>
              <a:t>test – project unit and integration tests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58C6A9-3070-B5BF-5654-7CB6E1347A0A}"/>
              </a:ext>
            </a:extLst>
          </p:cNvPr>
          <p:cNvSpPr/>
          <p:nvPr/>
        </p:nvSpPr>
        <p:spPr>
          <a:xfrm>
            <a:off x="7308850" y="2347326"/>
            <a:ext cx="1049000" cy="32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81F11B-D5D7-126B-409A-AA9BA69F3750}"/>
              </a:ext>
            </a:extLst>
          </p:cNvPr>
          <p:cNvSpPr/>
          <p:nvPr/>
        </p:nvSpPr>
        <p:spPr>
          <a:xfrm>
            <a:off x="7308850" y="2673350"/>
            <a:ext cx="1049000" cy="2960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243F06-064E-094E-5F8B-0D6D5FC3F074}"/>
              </a:ext>
            </a:extLst>
          </p:cNvPr>
          <p:cNvSpPr/>
          <p:nvPr/>
        </p:nvSpPr>
        <p:spPr>
          <a:xfrm>
            <a:off x="7308850" y="2969419"/>
            <a:ext cx="1049000" cy="2960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44373F-78EB-E518-4691-53DC1FD8FCBB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4478935" y="1993900"/>
            <a:ext cx="2829915" cy="51643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78E63B8-F823-6E73-1593-ED939B742111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4478935" y="2761317"/>
            <a:ext cx="2829915" cy="600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BEE7CDF-D118-BA46-4C56-E5346C535C32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4478935" y="3117454"/>
            <a:ext cx="2829915" cy="33248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57636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3087063-1832-6913-CBAD-7C6649B71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4443F49-4D3D-F7A1-F32F-A36167962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066" y="1261700"/>
            <a:ext cx="3739317" cy="3165231"/>
          </a:xfrm>
          <a:prstGeom prst="rect">
            <a:avLst/>
          </a:prstGeom>
        </p:spPr>
      </p:pic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440DB6C0-67DD-223E-CD1C-F6DAEAB14E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noProof="1"/>
              <a:t>Dart Libraries (1/5)</a:t>
            </a:r>
            <a:endParaRPr lang="en-US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4EEAA5CA-56FD-565B-94C4-3A59F4CD0FF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36</a:t>
            </a:fld>
            <a:endParaRPr lang="en-US" noProof="1"/>
          </a:p>
        </p:txBody>
      </p:sp>
      <p:sp>
        <p:nvSpPr>
          <p:cNvPr id="3" name="Google Shape;111;p17">
            <a:extLst>
              <a:ext uri="{FF2B5EF4-FFF2-40B4-BE49-F238E27FC236}">
                <a16:creationId xmlns:a16="http://schemas.microsoft.com/office/drawing/2014/main" id="{217E30FD-A405-BFBC-82BA-AEDCDA542A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261700"/>
            <a:ext cx="3692785" cy="3573600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noProof="1"/>
              <a:t>A collection of pre-written code, such as functions, classes, and procedures, that provides specific functionalities and can be reused by other programs</a:t>
            </a:r>
          </a:p>
          <a:p>
            <a:pPr>
              <a:lnSpc>
                <a:spcPct val="150000"/>
              </a:lnSpc>
            </a:pPr>
            <a:r>
              <a:rPr lang="en-US" sz="1600" noProof="1"/>
              <a:t>Dart libraries – Has the libraries and command-line tools needed to develop Dart web, command-line, and mobile apps</a:t>
            </a:r>
          </a:p>
        </p:txBody>
      </p:sp>
      <p:pic>
        <p:nvPicPr>
          <p:cNvPr id="10" name="Picture 9" descr="A black and blue logo&#10;&#10;AI-generated content may be incorrect.">
            <a:extLst>
              <a:ext uri="{FF2B5EF4-FFF2-40B4-BE49-F238E27FC236}">
                <a16:creationId xmlns:a16="http://schemas.microsoft.com/office/drawing/2014/main" id="{786577AE-02E2-87A1-AE14-EB2FA027DE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2" name="Google Shape;87;p14">
            <a:extLst>
              <a:ext uri="{FF2B5EF4-FFF2-40B4-BE49-F238E27FC236}">
                <a16:creationId xmlns:a16="http://schemas.microsoft.com/office/drawing/2014/main" id="{D71750A8-B3D3-5421-058D-E083E7ACA608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38629980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93C56F54-41BD-C966-5EDB-2800BAD18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370FD756-02C8-7B87-3C4D-55664868E5B6}"/>
              </a:ext>
            </a:extLst>
          </p:cNvPr>
          <p:cNvSpPr txBox="1">
            <a:spLocks/>
          </p:cNvSpPr>
          <p:nvPr/>
        </p:nvSpPr>
        <p:spPr>
          <a:xfrm>
            <a:off x="4665066" y="1554088"/>
            <a:ext cx="3739317" cy="33852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numCol="1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import 'dart:math' as math;</a:t>
            </a:r>
          </a:p>
        </p:txBody>
      </p:sp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91E8DA46-3678-0C58-5A1E-8369DD91F7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noProof="1"/>
              <a:t>Dart Libraries (2/5)</a:t>
            </a:r>
            <a:endParaRPr lang="en-US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E328D701-C61E-1AD8-4660-B87AFF0EBFE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37</a:t>
            </a:fld>
            <a:endParaRPr lang="en-US" noProof="1"/>
          </a:p>
        </p:txBody>
      </p:sp>
      <p:sp>
        <p:nvSpPr>
          <p:cNvPr id="3" name="Google Shape;111;p17">
            <a:extLst>
              <a:ext uri="{FF2B5EF4-FFF2-40B4-BE49-F238E27FC236}">
                <a16:creationId xmlns:a16="http://schemas.microsoft.com/office/drawing/2014/main" id="{7344F199-4E39-0365-A904-5E15699C9D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261700"/>
            <a:ext cx="3692785" cy="630912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noProof="1"/>
              <a:t>Use Dart’s </a:t>
            </a:r>
            <a:r>
              <a:rPr lang="en-US" sz="1600" noProof="1">
                <a:latin typeface="Courier New" panose="02070309020205020404" pitchFamily="49" charset="0"/>
                <a:cs typeface="Courier New" panose="02070309020205020404" pitchFamily="49" charset="0"/>
              </a:rPr>
              <a:t>math</a:t>
            </a:r>
            <a:r>
              <a:rPr lang="en-US" sz="1600" noProof="1"/>
              <a:t> library:</a:t>
            </a:r>
          </a:p>
        </p:txBody>
      </p:sp>
      <p:pic>
        <p:nvPicPr>
          <p:cNvPr id="10" name="Picture 9" descr="A black and blue logo&#10;&#10;AI-generated content may be incorrect.">
            <a:extLst>
              <a:ext uri="{FF2B5EF4-FFF2-40B4-BE49-F238E27FC236}">
                <a16:creationId xmlns:a16="http://schemas.microsoft.com/office/drawing/2014/main" id="{560EE2FD-4E33-F0E7-F271-1D3159FBE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4" name="Google Shape;111;p17">
            <a:extLst>
              <a:ext uri="{FF2B5EF4-FFF2-40B4-BE49-F238E27FC236}">
                <a16:creationId xmlns:a16="http://schemas.microsoft.com/office/drawing/2014/main" id="{B0737363-801E-E07E-B458-F1B05AA1F0A7}"/>
              </a:ext>
            </a:extLst>
          </p:cNvPr>
          <p:cNvSpPr txBox="1">
            <a:spLocks/>
          </p:cNvSpPr>
          <p:nvPr/>
        </p:nvSpPr>
        <p:spPr>
          <a:xfrm>
            <a:off x="786150" y="1892612"/>
            <a:ext cx="3692785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◎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●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■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●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■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lvl="1">
              <a:lnSpc>
                <a:spcPct val="150000"/>
              </a:lnSpc>
            </a:pPr>
            <a:r>
              <a:rPr lang="en-US" sz="1600" noProof="1">
                <a:latin typeface="Courier New" panose="02070309020205020404" pitchFamily="49" charset="0"/>
                <a:cs typeface="Courier New" panose="02070309020205020404" pitchFamily="49" charset="0"/>
              </a:rPr>
              <a:t>as math</a:t>
            </a:r>
            <a:r>
              <a:rPr lang="en-US" sz="1600" noProof="1"/>
              <a:t>: use it as reference to use this library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EAF7527-9E0E-4A28-792C-8A84B13ABAF5}"/>
              </a:ext>
            </a:extLst>
          </p:cNvPr>
          <p:cNvSpPr txBox="1">
            <a:spLocks/>
          </p:cNvSpPr>
          <p:nvPr/>
        </p:nvSpPr>
        <p:spPr>
          <a:xfrm>
            <a:off x="4665066" y="2185000"/>
            <a:ext cx="3739317" cy="95407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numCol="1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import 'dart:math' as </a:t>
            </a:r>
            <a:r>
              <a:rPr lang="en-US" sz="1000" noProof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math</a:t>
            </a: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void main()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print(</a:t>
            </a:r>
            <a:r>
              <a:rPr lang="en-US" sz="1000" noProof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math</a:t>
            </a: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.max(5, 30));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4F6F2B-4059-0EE0-FB44-6992D72368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5066" y="3222534"/>
            <a:ext cx="3739317" cy="1869659"/>
          </a:xfrm>
          <a:prstGeom prst="rect">
            <a:avLst/>
          </a:prstGeom>
        </p:spPr>
      </p:pic>
      <p:sp>
        <p:nvSpPr>
          <p:cNvPr id="2" name="Google Shape;87;p14">
            <a:extLst>
              <a:ext uri="{FF2B5EF4-FFF2-40B4-BE49-F238E27FC236}">
                <a16:creationId xmlns:a16="http://schemas.microsoft.com/office/drawing/2014/main" id="{5BD82275-B985-097E-AAFA-CD99484954FD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36199279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7180FE0-F3D7-1233-D3AD-5F357EA1A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73F7FB64-CB23-547E-EC6F-8C912BC8F4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noProof="1"/>
              <a:t>Dart Libraries (3/5)</a:t>
            </a:r>
            <a:endParaRPr lang="en-US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51A65810-010A-1C91-7216-71703530FDB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38</a:t>
            </a:fld>
            <a:endParaRPr lang="en-US" noProof="1"/>
          </a:p>
        </p:txBody>
      </p:sp>
      <p:sp>
        <p:nvSpPr>
          <p:cNvPr id="3" name="Google Shape;111;p17">
            <a:extLst>
              <a:ext uri="{FF2B5EF4-FFF2-40B4-BE49-F238E27FC236}">
                <a16:creationId xmlns:a16="http://schemas.microsoft.com/office/drawing/2014/main" id="{5488E5BD-E424-2C2A-7F79-8386C66D6D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261700"/>
            <a:ext cx="3692785" cy="2108239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noProof="1"/>
              <a:t>Use own library: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US" sz="1600" noProof="1"/>
              <a:t>Create new file “my_libraries.dart” inside “lib” folder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US" sz="1600" noProof="1"/>
              <a:t>Type in code below into file:</a:t>
            </a:r>
          </a:p>
        </p:txBody>
      </p:sp>
      <p:pic>
        <p:nvPicPr>
          <p:cNvPr id="10" name="Picture 9" descr="A black and blue logo&#10;&#10;AI-generated content may be incorrect.">
            <a:extLst>
              <a:ext uri="{FF2B5EF4-FFF2-40B4-BE49-F238E27FC236}">
                <a16:creationId xmlns:a16="http://schemas.microsoft.com/office/drawing/2014/main" id="{C1820DB5-B317-1F02-5CF5-9F8A4A7B4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90F1088-AED9-D4AC-38A9-CD5BA7C23B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5064" y="1261700"/>
            <a:ext cx="3739319" cy="18696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C57DBC8-868D-3BFE-AD88-9577828A07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5063" y="3204512"/>
            <a:ext cx="3739320" cy="1869660"/>
          </a:xfrm>
          <a:prstGeom prst="rect">
            <a:avLst/>
          </a:prstGeom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440F2AE-8666-0AA4-001E-2BFEF3BC5067}"/>
              </a:ext>
            </a:extLst>
          </p:cNvPr>
          <p:cNvSpPr txBox="1">
            <a:spLocks/>
          </p:cNvSpPr>
          <p:nvPr/>
        </p:nvSpPr>
        <p:spPr>
          <a:xfrm>
            <a:off x="739617" y="3491859"/>
            <a:ext cx="3739317" cy="33852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numCol="1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int sumNumbers(int a , int b) =&gt; a+b;</a:t>
            </a:r>
          </a:p>
        </p:txBody>
      </p:sp>
      <p:sp>
        <p:nvSpPr>
          <p:cNvPr id="2" name="Google Shape;87;p14">
            <a:extLst>
              <a:ext uri="{FF2B5EF4-FFF2-40B4-BE49-F238E27FC236}">
                <a16:creationId xmlns:a16="http://schemas.microsoft.com/office/drawing/2014/main" id="{10CCE170-B6AC-DA3C-123C-613C72618E12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39572822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7F54680-8714-5725-F2FA-E256A2B3A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A1BF53BC-3A2E-7797-97F3-56CB3DA0B0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noProof="1"/>
              <a:t>Dart Libraries (4/5)</a:t>
            </a:r>
            <a:endParaRPr lang="en-US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3CA6AE48-713E-64CE-E36A-92CFC4471B8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39</a:t>
            </a:fld>
            <a:endParaRPr lang="en-US" noProof="1"/>
          </a:p>
        </p:txBody>
      </p:sp>
      <p:sp>
        <p:nvSpPr>
          <p:cNvPr id="3" name="Google Shape;111;p17">
            <a:extLst>
              <a:ext uri="{FF2B5EF4-FFF2-40B4-BE49-F238E27FC236}">
                <a16:creationId xmlns:a16="http://schemas.microsoft.com/office/drawing/2014/main" id="{6C188EAB-EE29-24EC-801E-685B79EAC6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261700"/>
            <a:ext cx="3692785" cy="2031295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spAutoFit/>
          </a:bodyPr>
          <a:lstStyle/>
          <a:p>
            <a:pPr lvl="1">
              <a:lnSpc>
                <a:spcPct val="150000"/>
              </a:lnSpc>
              <a:buFont typeface="+mj-lt"/>
              <a:buAutoNum type="arabicPeriod" startAt="3"/>
            </a:pPr>
            <a:r>
              <a:rPr lang="en-US" sz="1600" noProof="1"/>
              <a:t>Import own library</a:t>
            </a:r>
          </a:p>
          <a:p>
            <a:pPr lvl="2">
              <a:lnSpc>
                <a:spcPct val="150000"/>
              </a:lnSpc>
            </a:pPr>
            <a:r>
              <a:rPr lang="en-US" sz="1600" noProof="1">
                <a:latin typeface="Courier New" panose="02070309020205020404" pitchFamily="49" charset="0"/>
                <a:cs typeface="Courier New" panose="02070309020205020404" pitchFamily="49" charset="0"/>
              </a:rPr>
              <a:t>as mylib</a:t>
            </a:r>
            <a:r>
              <a:rPr lang="en-US" sz="1600" noProof="1"/>
              <a:t>: use it as reference to use this library</a:t>
            </a:r>
          </a:p>
          <a:p>
            <a:pPr lvl="2">
              <a:lnSpc>
                <a:spcPct val="150000"/>
              </a:lnSpc>
              <a:buFont typeface="+mj-lt"/>
              <a:buAutoNum type="arabicPeriod" startAt="3"/>
            </a:pPr>
            <a:endParaRPr lang="en-US" sz="1600" noProof="1"/>
          </a:p>
        </p:txBody>
      </p:sp>
      <p:pic>
        <p:nvPicPr>
          <p:cNvPr id="10" name="Picture 9" descr="A black and blue logo&#10;&#10;AI-generated content may be incorrect.">
            <a:extLst>
              <a:ext uri="{FF2B5EF4-FFF2-40B4-BE49-F238E27FC236}">
                <a16:creationId xmlns:a16="http://schemas.microsoft.com/office/drawing/2014/main" id="{3BF93EB6-32DC-FC94-E815-1E0F97FFD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A9141D9-13AB-C569-5177-19AFBDFFA648}"/>
              </a:ext>
            </a:extLst>
          </p:cNvPr>
          <p:cNvSpPr txBox="1">
            <a:spLocks/>
          </p:cNvSpPr>
          <p:nvPr/>
        </p:nvSpPr>
        <p:spPr>
          <a:xfrm>
            <a:off x="4665066" y="1261700"/>
            <a:ext cx="3739317" cy="156963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numCol="1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import 'dart:math' as math;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import 'package:lab02lesson03/my_libraries.dart' as </a:t>
            </a:r>
            <a:r>
              <a:rPr lang="en-US" sz="1000" noProof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mylib</a:t>
            </a: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void main()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print(math.max(5, 30));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1000" noProof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mylib</a:t>
            </a: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.sumNumbers(10, 50));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755425-3DBE-22B0-F4EC-2C76354BC9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5065" y="2953250"/>
            <a:ext cx="3739317" cy="1869659"/>
          </a:xfrm>
          <a:prstGeom prst="rect">
            <a:avLst/>
          </a:prstGeom>
        </p:spPr>
      </p:pic>
      <p:sp>
        <p:nvSpPr>
          <p:cNvPr id="4" name="Google Shape;87;p14">
            <a:extLst>
              <a:ext uri="{FF2B5EF4-FFF2-40B4-BE49-F238E27FC236}">
                <a16:creationId xmlns:a16="http://schemas.microsoft.com/office/drawing/2014/main" id="{47A321C2-E46F-C358-AA6A-F74CEBDEBFAC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21441348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D863D5A2-9B17-01C8-5215-A89D61F88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023CD3EB-A3BB-4B1E-A3C0-96669ABC3E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noProof="1"/>
              <a:t>Dart Libraries (5/5)</a:t>
            </a:r>
            <a:endParaRPr lang="en-US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E2D0B594-4330-BC9B-FD09-6B068ED764C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40</a:t>
            </a:fld>
            <a:endParaRPr lang="en-US" noProof="1"/>
          </a:p>
        </p:txBody>
      </p:sp>
      <p:sp>
        <p:nvSpPr>
          <p:cNvPr id="3" name="Google Shape;111;p17">
            <a:extLst>
              <a:ext uri="{FF2B5EF4-FFF2-40B4-BE49-F238E27FC236}">
                <a16:creationId xmlns:a16="http://schemas.microsoft.com/office/drawing/2014/main" id="{8CF99E17-36C0-5429-AB74-7B3231F7CB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261700"/>
            <a:ext cx="3692785" cy="923299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spAutoFit/>
          </a:bodyPr>
          <a:lstStyle/>
          <a:p>
            <a:pPr lvl="1">
              <a:lnSpc>
                <a:spcPct val="150000"/>
              </a:lnSpc>
              <a:buFont typeface="+mj-lt"/>
              <a:buAutoNum type="arabicPeriod" startAt="4"/>
            </a:pPr>
            <a:r>
              <a:rPr lang="en-US" sz="1600" noProof="1"/>
              <a:t>Add new function in </a:t>
            </a:r>
            <a:r>
              <a:rPr lang="en-US" sz="1600" noProof="1">
                <a:latin typeface="Courier New" panose="02070309020205020404" pitchFamily="49" charset="0"/>
                <a:cs typeface="Courier New" panose="02070309020205020404" pitchFamily="49" charset="0"/>
              </a:rPr>
              <a:t>my_libraries.dart</a:t>
            </a:r>
            <a:endParaRPr lang="en-US" sz="1600" noProof="1"/>
          </a:p>
        </p:txBody>
      </p:sp>
      <p:pic>
        <p:nvPicPr>
          <p:cNvPr id="10" name="Picture 9" descr="A black and blue logo&#10;&#10;AI-generated content may be incorrect.">
            <a:extLst>
              <a:ext uri="{FF2B5EF4-FFF2-40B4-BE49-F238E27FC236}">
                <a16:creationId xmlns:a16="http://schemas.microsoft.com/office/drawing/2014/main" id="{38BCE6B1-DEA9-AC61-2F84-D3A589159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095106A-2B11-D52C-9842-661AA8C67F99}"/>
              </a:ext>
            </a:extLst>
          </p:cNvPr>
          <p:cNvSpPr txBox="1">
            <a:spLocks/>
          </p:cNvSpPr>
          <p:nvPr/>
        </p:nvSpPr>
        <p:spPr>
          <a:xfrm>
            <a:off x="786150" y="2306919"/>
            <a:ext cx="3739317" cy="6463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numCol="1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// lib/my_libraries.dart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int sumNumbers(int a , int b) =&gt; a+b;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 multiplyNumbers(int c, int d) =&gt; c*d;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8EFE84-8927-45FE-E549-4E562FE274F5}"/>
              </a:ext>
            </a:extLst>
          </p:cNvPr>
          <p:cNvSpPr txBox="1">
            <a:spLocks/>
          </p:cNvSpPr>
          <p:nvPr/>
        </p:nvSpPr>
        <p:spPr>
          <a:xfrm>
            <a:off x="4665065" y="1261700"/>
            <a:ext cx="3739317" cy="203129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numCol="1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// bin/lab02lesson03.dart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import 'dart:math' as math;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import 'package:lab02lesson03/my_libraries.dart' as mylib;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void main()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print(math.max(5, 30));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print(mylib.sumNumbers(10, 50));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print(mylib.multiplyNumbers(2, 4));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54E89E-B7D2-F218-26F9-D18EF5F714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4025"/>
          <a:stretch>
            <a:fillRect/>
          </a:stretch>
        </p:blipFill>
        <p:spPr>
          <a:xfrm>
            <a:off x="4665065" y="3414915"/>
            <a:ext cx="3739318" cy="1420465"/>
          </a:xfrm>
          <a:prstGeom prst="rect">
            <a:avLst/>
          </a:prstGeom>
        </p:spPr>
      </p:pic>
      <p:sp>
        <p:nvSpPr>
          <p:cNvPr id="8" name="Google Shape;111;p17">
            <a:extLst>
              <a:ext uri="{FF2B5EF4-FFF2-40B4-BE49-F238E27FC236}">
                <a16:creationId xmlns:a16="http://schemas.microsoft.com/office/drawing/2014/main" id="{08DF9C5A-7D1D-0335-4CEE-20A9360B10ED}"/>
              </a:ext>
            </a:extLst>
          </p:cNvPr>
          <p:cNvSpPr txBox="1">
            <a:spLocks/>
          </p:cNvSpPr>
          <p:nvPr/>
        </p:nvSpPr>
        <p:spPr>
          <a:xfrm>
            <a:off x="786150" y="3080421"/>
            <a:ext cx="3692785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◎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●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■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●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■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lvl="1">
              <a:lnSpc>
                <a:spcPct val="150000"/>
              </a:lnSpc>
              <a:buFont typeface="+mj-lt"/>
              <a:buAutoNum type="arabicPeriod" startAt="5"/>
            </a:pPr>
            <a:r>
              <a:rPr lang="en-US" sz="1600" noProof="1"/>
              <a:t>Use function in </a:t>
            </a:r>
            <a:r>
              <a:rPr lang="en-US" sz="1600" noProof="1">
                <a:latin typeface="Courier New" panose="02070309020205020404" pitchFamily="49" charset="0"/>
                <a:cs typeface="Courier New" panose="02070309020205020404" pitchFamily="49" charset="0"/>
              </a:rPr>
              <a:t>lab02lesson03.dart</a:t>
            </a:r>
          </a:p>
        </p:txBody>
      </p:sp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168FDEAB-74B5-30D8-57A4-2374D682F96F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6131887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3314F79-7706-6923-796D-1E2417D6A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63B070F3-78BD-A617-2E1E-338B85194C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Lab 3: Create a Small Overtime Payment Program (1/2)</a:t>
            </a:r>
            <a:endParaRPr lang="en-US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86A04FB7-C090-FD1C-87E3-3020896CAC6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41</a:t>
            </a:fld>
            <a:endParaRPr lang="en-US" noProof="1"/>
          </a:p>
        </p:txBody>
      </p:sp>
      <p:pic>
        <p:nvPicPr>
          <p:cNvPr id="10" name="Picture 9" descr="A black and blue logo&#10;&#10;AI-generated content may be incorrect.">
            <a:extLst>
              <a:ext uri="{FF2B5EF4-FFF2-40B4-BE49-F238E27FC236}">
                <a16:creationId xmlns:a16="http://schemas.microsoft.com/office/drawing/2014/main" id="{0CC2425D-1905-2EC8-40F1-ADAEF222D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11" name="Google Shape;111;p17">
            <a:extLst>
              <a:ext uri="{FF2B5EF4-FFF2-40B4-BE49-F238E27FC236}">
                <a16:creationId xmlns:a16="http://schemas.microsoft.com/office/drawing/2014/main" id="{46077F0F-C6ED-720A-8082-4B4E561989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49" y="1261700"/>
            <a:ext cx="7457737" cy="3573600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noProof="1"/>
              <a:t>Create new Dart console application project (e.g. lab3)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b="1" noProof="1"/>
              <a:t>(Optional) </a:t>
            </a:r>
            <a:r>
              <a:rPr lang="en-US" sz="1600" noProof="1"/>
              <a:t>Rename the following: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US" sz="1600" noProof="1"/>
              <a:t>bin/lab3.dart </a:t>
            </a:r>
            <a:r>
              <a:rPr lang="en-US" sz="1600" noProof="1">
                <a:sym typeface="Wingdings" panose="05000000000000000000" pitchFamily="2" charset="2"/>
              </a:rPr>
              <a:t> bin/main.dart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noProof="1"/>
              <a:t>Create new file in “lib” folder: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US" sz="1600" noProof="1"/>
              <a:t>employee.dart</a:t>
            </a:r>
          </a:p>
        </p:txBody>
      </p:sp>
      <p:sp>
        <p:nvSpPr>
          <p:cNvPr id="2" name="Google Shape;87;p14">
            <a:extLst>
              <a:ext uri="{FF2B5EF4-FFF2-40B4-BE49-F238E27FC236}">
                <a16:creationId xmlns:a16="http://schemas.microsoft.com/office/drawing/2014/main" id="{431F89BE-17D1-D799-4938-F766F503E37B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681701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2145B644-1E1A-E357-C0D9-46EEB0F2D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4F69EEFC-8D01-8654-83BB-239715BC71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Lab 3: Create a Small Overtime Payment Program (2/2)</a:t>
            </a:r>
            <a:endParaRPr lang="en-US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03CC4268-97D9-17B0-77C3-EF1B947A77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42</a:t>
            </a:fld>
            <a:endParaRPr lang="en-US" noProof="1"/>
          </a:p>
        </p:txBody>
      </p:sp>
      <p:pic>
        <p:nvPicPr>
          <p:cNvPr id="10" name="Picture 9" descr="A black and blue logo&#10;&#10;AI-generated content may be incorrect.">
            <a:extLst>
              <a:ext uri="{FF2B5EF4-FFF2-40B4-BE49-F238E27FC236}">
                <a16:creationId xmlns:a16="http://schemas.microsoft.com/office/drawing/2014/main" id="{A2E904AE-1983-A2C8-46A2-950AC0719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1A1439-FD33-2D5C-ECEE-00760872AF1D}"/>
              </a:ext>
            </a:extLst>
          </p:cNvPr>
          <p:cNvSpPr txBox="1">
            <a:spLocks/>
          </p:cNvSpPr>
          <p:nvPr/>
        </p:nvSpPr>
        <p:spPr>
          <a:xfrm>
            <a:off x="4665067" y="1261700"/>
            <a:ext cx="3739317" cy="341629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numCol="1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// bin/main.dart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import 'package:lab3/employee.dart' as emp_manager;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double extraPayPerHr = 0.0; // Extra Payment Per Hour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void main()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var william = emp_manager.Employee("Manager", "Madrid", 5000.0, 7.0);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if (william.salary &gt;= 4000.0)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  extraPayPerHr = 10.0;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} else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  extraPayPerHr = 20.0;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double totalSalary = william.salary + (william.overtimeHr * extraPayPerHr);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print("Total Salary = $totalSalary USD");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796AC27-1DC7-67B4-31F8-E4CB0AD11595}"/>
              </a:ext>
            </a:extLst>
          </p:cNvPr>
          <p:cNvSpPr txBox="1">
            <a:spLocks/>
          </p:cNvSpPr>
          <p:nvPr/>
        </p:nvSpPr>
        <p:spPr>
          <a:xfrm>
            <a:off x="739617" y="1261700"/>
            <a:ext cx="3739317" cy="187740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numCol="1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// lib/employee.dart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class Employee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String jobTitle = '';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String location = '';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double salary = 0.0;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double overtimeHr = 0.0; //Number of Overtime hours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Employee(this.jobTitle, this.location, this.salary, this.overtimeHr);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Google Shape;87;p14">
            <a:extLst>
              <a:ext uri="{FF2B5EF4-FFF2-40B4-BE49-F238E27FC236}">
                <a16:creationId xmlns:a16="http://schemas.microsoft.com/office/drawing/2014/main" id="{45E4AEBA-C39C-848A-27E4-30E660C84F67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34849727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>
          <a:extLst>
            <a:ext uri="{FF2B5EF4-FFF2-40B4-BE49-F238E27FC236}">
              <a16:creationId xmlns:a16="http://schemas.microsoft.com/office/drawing/2014/main" id="{FF2BF658-1986-E186-D5E7-B0D8B8C6F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6">
            <a:extLst>
              <a:ext uri="{FF2B5EF4-FFF2-40B4-BE49-F238E27FC236}">
                <a16:creationId xmlns:a16="http://schemas.microsoft.com/office/drawing/2014/main" id="{2440A4FB-B380-52CC-55AB-06A85ADBE2FA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685800" y="5165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noProof="1"/>
              <a:t>Thanks!</a:t>
            </a:r>
          </a:p>
        </p:txBody>
      </p:sp>
      <p:sp>
        <p:nvSpPr>
          <p:cNvPr id="404" name="Google Shape;404;p36">
            <a:extLst>
              <a:ext uri="{FF2B5EF4-FFF2-40B4-BE49-F238E27FC236}">
                <a16:creationId xmlns:a16="http://schemas.microsoft.com/office/drawing/2014/main" id="{DA18D629-F80D-012A-0320-E2374C475ED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85800" y="1639913"/>
            <a:ext cx="65937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600" b="1" noProof="1"/>
              <a:t>Any questions?</a:t>
            </a:r>
          </a:p>
        </p:txBody>
      </p:sp>
      <p:sp>
        <p:nvSpPr>
          <p:cNvPr id="406" name="Google Shape;406;p36">
            <a:extLst>
              <a:ext uri="{FF2B5EF4-FFF2-40B4-BE49-F238E27FC236}">
                <a16:creationId xmlns:a16="http://schemas.microsoft.com/office/drawing/2014/main" id="{8DFED906-A64F-0D6C-68FE-A4804191B4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43</a:t>
            </a:fld>
            <a:endParaRPr lang="en-US" noProof="1"/>
          </a:p>
        </p:txBody>
      </p:sp>
      <p:pic>
        <p:nvPicPr>
          <p:cNvPr id="3" name="Picture 2" descr="A black and blue logo&#10;&#10;AI-generated content may be incorrect.">
            <a:extLst>
              <a:ext uri="{FF2B5EF4-FFF2-40B4-BE49-F238E27FC236}">
                <a16:creationId xmlns:a16="http://schemas.microsoft.com/office/drawing/2014/main" id="{B2DF0F01-A107-6281-963C-AC0E88FB8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2" name="Google Shape;87;p14">
            <a:extLst>
              <a:ext uri="{FF2B5EF4-FFF2-40B4-BE49-F238E27FC236}">
                <a16:creationId xmlns:a16="http://schemas.microsoft.com/office/drawing/2014/main" id="{E14E4440-FA78-31F2-2A7A-514FDE04D1ED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1899866376"/>
      </p:ext>
    </p:extLst>
  </p:cSld>
  <p:clrMapOvr>
    <a:masterClrMapping/>
  </p:clrMapOvr>
</p:sld>
</file>

<file path=ppt/theme/theme1.xml><?xml version="1.0" encoding="utf-8"?>
<a:theme xmlns:a="http://schemas.openxmlformats.org/drawingml/2006/main" name="Cordelia template">
  <a:themeElements>
    <a:clrScheme name="Custom 347">
      <a:dk1>
        <a:srgbClr val="263238"/>
      </a:dk1>
      <a:lt1>
        <a:srgbClr val="FFFFFF"/>
      </a:lt1>
      <a:dk2>
        <a:srgbClr val="607D8B"/>
      </a:dk2>
      <a:lt2>
        <a:srgbClr val="ECEFF1"/>
      </a:lt2>
      <a:accent1>
        <a:srgbClr val="0091EA"/>
      </a:accent1>
      <a:accent2>
        <a:srgbClr val="0053A3"/>
      </a:accent2>
      <a:accent3>
        <a:srgbClr val="607D8B"/>
      </a:accent3>
      <a:accent4>
        <a:srgbClr val="CFD8DC"/>
      </a:accent4>
      <a:accent5>
        <a:srgbClr val="ECEFF1"/>
      </a:accent5>
      <a:accent6>
        <a:srgbClr val="ACDBF8"/>
      </a:accent6>
      <a:hlink>
        <a:srgbClr val="0091EA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1208</TotalTime>
  <Words>2800</Words>
  <Application>Microsoft Office PowerPoint</Application>
  <PresentationFormat>On-screen Show (16:9)</PresentationFormat>
  <Paragraphs>592</Paragraphs>
  <Slides>43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Roboto Slab</vt:lpstr>
      <vt:lpstr>Source Sans Pro</vt:lpstr>
      <vt:lpstr>Wingdings</vt:lpstr>
      <vt:lpstr>Courier New</vt:lpstr>
      <vt:lpstr>Arial</vt:lpstr>
      <vt:lpstr>Cordelia template</vt:lpstr>
      <vt:lpstr>Lab 02 Lesson 03  Dart Functions &amp; Object-Oriented Programming (OOP)</vt:lpstr>
      <vt:lpstr>PowerPoint Presentation</vt:lpstr>
      <vt:lpstr>Function</vt:lpstr>
      <vt:lpstr>Function Structure</vt:lpstr>
      <vt:lpstr>Creating a Function</vt:lpstr>
      <vt:lpstr>Function Return Data Types (1/3)</vt:lpstr>
      <vt:lpstr>Function Return Data Types (2/3)</vt:lpstr>
      <vt:lpstr>Function Return Data Types (3/3)</vt:lpstr>
      <vt:lpstr>Void Function</vt:lpstr>
      <vt:lpstr>Function Returning Expression (1/2)</vt:lpstr>
      <vt:lpstr>Function Returning Expression (2/2)</vt:lpstr>
      <vt:lpstr>Functions and Variable Scope (1/3)</vt:lpstr>
      <vt:lpstr>Functions and Variable Scope (2/3)</vt:lpstr>
      <vt:lpstr>Functions and Variable Scope (3/3)</vt:lpstr>
      <vt:lpstr>Object-Oriented Programming (OOP)</vt:lpstr>
      <vt:lpstr>Object</vt:lpstr>
      <vt:lpstr>Class</vt:lpstr>
      <vt:lpstr>Creating a Class (1/3)</vt:lpstr>
      <vt:lpstr>Creating a Class (2/3)</vt:lpstr>
      <vt:lpstr>Creating a Class (3/3)</vt:lpstr>
      <vt:lpstr>Adding Methods to Classes (1/2)</vt:lpstr>
      <vt:lpstr>Adding Methods to Classes (2/2)</vt:lpstr>
      <vt:lpstr>Providing Constructors for Your Classes (1/4)</vt:lpstr>
      <vt:lpstr>Providing Constructors for Your Classes (2/4)</vt:lpstr>
      <vt:lpstr>Providing Constructors for Your Classes (3/4)</vt:lpstr>
      <vt:lpstr>Providing Constructors for Your Classes (4/4)</vt:lpstr>
      <vt:lpstr>Class — Getters and Setters</vt:lpstr>
      <vt:lpstr>Class Inheritance</vt:lpstr>
      <vt:lpstr>Abstract Class (1/3)</vt:lpstr>
      <vt:lpstr>Abstract Class (2/3)</vt:lpstr>
      <vt:lpstr>Abstract Class (3/3)</vt:lpstr>
      <vt:lpstr>Dart Project Structure and Dart Libraries (1/4)</vt:lpstr>
      <vt:lpstr>Dart Project Structure and Dart Libraries (2/4)</vt:lpstr>
      <vt:lpstr>Dart Project Structure and Dart Libraries (3/4)</vt:lpstr>
      <vt:lpstr>Dart Project Structure and Dart Libraries (4/4)</vt:lpstr>
      <vt:lpstr>Dart Libraries (1/5)</vt:lpstr>
      <vt:lpstr>Dart Libraries (2/5)</vt:lpstr>
      <vt:lpstr>Dart Libraries (3/5)</vt:lpstr>
      <vt:lpstr>Dart Libraries (4/5)</vt:lpstr>
      <vt:lpstr>Dart Libraries (5/5)</vt:lpstr>
      <vt:lpstr>Lab 3: Create a Small Overtime Payment Program (1/2)</vt:lpstr>
      <vt:lpstr>Lab 3: Create a Small Overtime Payment Program (2/2)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MUHAMMAD IRFAN NABYL BIN MOHAMAD YAAKUB</cp:lastModifiedBy>
  <cp:revision>11</cp:revision>
  <dcterms:modified xsi:type="dcterms:W3CDTF">2025-10-27T15:29:53Z</dcterms:modified>
</cp:coreProperties>
</file>