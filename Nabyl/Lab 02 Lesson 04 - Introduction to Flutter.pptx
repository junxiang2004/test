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8" r:id="rId1"/>
  </p:sldMasterIdLst>
  <p:notesMasterIdLst>
    <p:notesMasterId r:id="rId52"/>
  </p:notesMasterIdLst>
  <p:sldIdLst>
    <p:sldId id="256" r:id="rId2"/>
    <p:sldId id="297" r:id="rId3"/>
    <p:sldId id="261" r:id="rId4"/>
    <p:sldId id="404" r:id="rId5"/>
    <p:sldId id="405" r:id="rId6"/>
    <p:sldId id="406" r:id="rId7"/>
    <p:sldId id="407" r:id="rId8"/>
    <p:sldId id="426" r:id="rId9"/>
    <p:sldId id="431" r:id="rId10"/>
    <p:sldId id="427" r:id="rId11"/>
    <p:sldId id="428" r:id="rId12"/>
    <p:sldId id="429" r:id="rId13"/>
    <p:sldId id="430" r:id="rId14"/>
    <p:sldId id="436" r:id="rId15"/>
    <p:sldId id="437" r:id="rId16"/>
    <p:sldId id="438" r:id="rId17"/>
    <p:sldId id="439" r:id="rId18"/>
    <p:sldId id="440" r:id="rId19"/>
    <p:sldId id="441" r:id="rId20"/>
    <p:sldId id="442" r:id="rId21"/>
    <p:sldId id="408" r:id="rId22"/>
    <p:sldId id="433" r:id="rId23"/>
    <p:sldId id="434" r:id="rId24"/>
    <p:sldId id="435" r:id="rId25"/>
    <p:sldId id="411" r:id="rId26"/>
    <p:sldId id="443" r:id="rId27"/>
    <p:sldId id="444" r:id="rId28"/>
    <p:sldId id="412" r:id="rId29"/>
    <p:sldId id="414" r:id="rId30"/>
    <p:sldId id="416" r:id="rId31"/>
    <p:sldId id="457" r:id="rId32"/>
    <p:sldId id="418" r:id="rId33"/>
    <p:sldId id="448" r:id="rId34"/>
    <p:sldId id="445" r:id="rId35"/>
    <p:sldId id="446" r:id="rId36"/>
    <p:sldId id="447" r:id="rId37"/>
    <p:sldId id="449" r:id="rId38"/>
    <p:sldId id="451" r:id="rId39"/>
    <p:sldId id="419" r:id="rId40"/>
    <p:sldId id="421" r:id="rId41"/>
    <p:sldId id="452" r:id="rId42"/>
    <p:sldId id="423" r:id="rId43"/>
    <p:sldId id="453" r:id="rId44"/>
    <p:sldId id="454" r:id="rId45"/>
    <p:sldId id="455" r:id="rId46"/>
    <p:sldId id="456" r:id="rId47"/>
    <p:sldId id="424" r:id="rId48"/>
    <p:sldId id="458" r:id="rId49"/>
    <p:sldId id="459" r:id="rId50"/>
    <p:sldId id="355" r:id="rId51"/>
  </p:sldIdLst>
  <p:sldSz cx="9144000" cy="5143500" type="screen16x9"/>
  <p:notesSz cx="6858000" cy="9144000"/>
  <p:embeddedFontLst>
    <p:embeddedFont>
      <p:font typeface="Roboto Slab" pitchFamily="2" charset="0"/>
      <p:regular r:id="rId53"/>
      <p:bold r:id="rId54"/>
    </p:embeddedFont>
    <p:embeddedFont>
      <p:font typeface="Source Sans Pro" panose="020B0503030403020204" pitchFamily="34" charset="0"/>
      <p:regular r:id="rId55"/>
      <p:bold r:id="rId56"/>
      <p:italic r:id="rId57"/>
      <p:boldItalic r:id="rId5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B68880AE-4EE7-4DDE-BDF3-D393DDED67D5}">
          <p14:sldIdLst>
            <p14:sldId id="256"/>
            <p14:sldId id="297"/>
            <p14:sldId id="261"/>
            <p14:sldId id="404"/>
            <p14:sldId id="405"/>
            <p14:sldId id="406"/>
            <p14:sldId id="407"/>
            <p14:sldId id="426"/>
            <p14:sldId id="431"/>
            <p14:sldId id="427"/>
            <p14:sldId id="428"/>
            <p14:sldId id="429"/>
            <p14:sldId id="430"/>
            <p14:sldId id="436"/>
            <p14:sldId id="437"/>
            <p14:sldId id="438"/>
            <p14:sldId id="439"/>
            <p14:sldId id="440"/>
            <p14:sldId id="441"/>
            <p14:sldId id="442"/>
            <p14:sldId id="408"/>
            <p14:sldId id="433"/>
            <p14:sldId id="434"/>
            <p14:sldId id="435"/>
            <p14:sldId id="411"/>
            <p14:sldId id="443"/>
            <p14:sldId id="444"/>
            <p14:sldId id="412"/>
            <p14:sldId id="414"/>
            <p14:sldId id="416"/>
            <p14:sldId id="457"/>
            <p14:sldId id="418"/>
            <p14:sldId id="448"/>
            <p14:sldId id="445"/>
            <p14:sldId id="446"/>
            <p14:sldId id="447"/>
            <p14:sldId id="449"/>
            <p14:sldId id="451"/>
            <p14:sldId id="419"/>
            <p14:sldId id="421"/>
            <p14:sldId id="452"/>
            <p14:sldId id="423"/>
            <p14:sldId id="453"/>
            <p14:sldId id="454"/>
            <p14:sldId id="455"/>
            <p14:sldId id="456"/>
            <p14:sldId id="424"/>
            <p14:sldId id="458"/>
            <p14:sldId id="459"/>
            <p14:sldId id="35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259F65-88B4-415E-B58D-46BAC0CBDCB2}" v="245" dt="2025-10-27T15:29:36.136"/>
    <p1510:client id="{B08B5DEE-5523-4716-96F9-312E09D90E70}" v="126" dt="2025-10-28T09:25:06.969"/>
    <p1510:client id="{ED32BC2F-6F4C-4138-972B-A131169417EF}" v="1" dt="2025-10-28T07:17:05.600"/>
  </p1510:revLst>
</p1510:revInfo>
</file>

<file path=ppt/tableStyles.xml><?xml version="1.0" encoding="utf-8"?>
<a:tblStyleLst xmlns:a="http://schemas.openxmlformats.org/drawingml/2006/main" def="{701FB10D-A61A-4DE4-8506-F670E7A89527}">
  <a:tblStyle styleId="{701FB10D-A61A-4DE4-8506-F670E7A8952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398DAF6-0271-4389-B3DC-BA433CC306D7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417" autoAdjust="0"/>
  </p:normalViewPr>
  <p:slideViewPr>
    <p:cSldViewPr snapToGrid="0">
      <p:cViewPr varScale="1">
        <p:scale>
          <a:sx n="89" d="100"/>
          <a:sy n="89" d="100"/>
        </p:scale>
        <p:origin x="29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3.fntdata"/><Relationship Id="rId63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1.fntdata"/><Relationship Id="rId58" Type="http://schemas.openxmlformats.org/officeDocument/2006/relationships/font" Target="fonts/font6.fntdata"/><Relationship Id="rId5" Type="http://schemas.openxmlformats.org/officeDocument/2006/relationships/slide" Target="slides/slide4.xml"/><Relationship Id="rId61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4.fntdata"/><Relationship Id="rId64" Type="http://schemas.microsoft.com/office/2015/10/relationships/revisionInfo" Target="revisionInfo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2.fntdata"/><Relationship Id="rId62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5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6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IRFAN NABYL BIN MOHAMAD YAAKUB" userId="5f5f9c1a-70e9-4026-b845-667d53078a67" providerId="ADAL" clId="{11632BAE-72A1-4230-A35C-6889FA50FFB2}"/>
    <pc:docChg chg="undo redo custSel addSld delSld modSld sldOrd modSection">
      <pc:chgData name="MUHAMMAD IRFAN NABYL BIN MOHAMAD YAAKUB" userId="5f5f9c1a-70e9-4026-b845-667d53078a67" providerId="ADAL" clId="{11632BAE-72A1-4230-A35C-6889FA50FFB2}" dt="2025-10-28T07:17:05.588" v="2156"/>
      <pc:docMkLst>
        <pc:docMk/>
      </pc:docMkLst>
      <pc:sldChg chg="addSp modSp mod">
        <pc:chgData name="MUHAMMAD IRFAN NABYL BIN MOHAMAD YAAKUB" userId="5f5f9c1a-70e9-4026-b845-667d53078a67" providerId="ADAL" clId="{11632BAE-72A1-4230-A35C-6889FA50FFB2}" dt="2025-10-27T03:30:21.709" v="23" actId="1076"/>
        <pc:sldMkLst>
          <pc:docMk/>
          <pc:sldMk cId="0" sldId="256"/>
        </pc:sldMkLst>
        <pc:spChg chg="add mod">
          <ac:chgData name="MUHAMMAD IRFAN NABYL BIN MOHAMAD YAAKUB" userId="5f5f9c1a-70e9-4026-b845-667d53078a67" providerId="ADAL" clId="{11632BAE-72A1-4230-A35C-6889FA50FFB2}" dt="2025-10-27T03:30:21.709" v="23" actId="1076"/>
          <ac:spMkLst>
            <pc:docMk/>
            <pc:sldMk cId="0" sldId="256"/>
            <ac:spMk id="2" creationId="{FFF35418-BBC9-D976-6BC2-F17CE2E2A125}"/>
          </ac:spMkLst>
        </pc:spChg>
        <pc:spChg chg="mod">
          <ac:chgData name="MUHAMMAD IRFAN NABYL BIN MOHAMAD YAAKUB" userId="5f5f9c1a-70e9-4026-b845-667d53078a67" providerId="ADAL" clId="{11632BAE-72A1-4230-A35C-6889FA50FFB2}" dt="2025-10-27T03:29:41.932" v="0" actId="20577"/>
          <ac:spMkLst>
            <pc:docMk/>
            <pc:sldMk cId="0" sldId="256"/>
            <ac:spMk id="70" creationId="{00000000-0000-0000-0000-000000000000}"/>
          </ac:spMkLst>
        </pc:spChg>
      </pc:sldChg>
      <pc:sldChg chg="addSp delSp modSp add mod modNotes">
        <pc:chgData name="MUHAMMAD IRFAN NABYL BIN MOHAMAD YAAKUB" userId="5f5f9c1a-70e9-4026-b845-667d53078a67" providerId="ADAL" clId="{11632BAE-72A1-4230-A35C-6889FA50FFB2}" dt="2025-10-27T04:30:17.524" v="302" actId="6549"/>
        <pc:sldMkLst>
          <pc:docMk/>
          <pc:sldMk cId="0" sldId="261"/>
        </pc:sldMkLst>
        <pc:spChg chg="add del mod">
          <ac:chgData name="MUHAMMAD IRFAN NABYL BIN MOHAMAD YAAKUB" userId="5f5f9c1a-70e9-4026-b845-667d53078a67" providerId="ADAL" clId="{11632BAE-72A1-4230-A35C-6889FA50FFB2}" dt="2025-10-27T04:20:08.674" v="238" actId="478"/>
          <ac:spMkLst>
            <pc:docMk/>
            <pc:sldMk cId="0" sldId="261"/>
            <ac:spMk id="2" creationId="{80F0DB74-18F7-03C8-C71D-0DEA2C599E3B}"/>
          </ac:spMkLst>
        </pc:spChg>
        <pc:spChg chg="mod">
          <ac:chgData name="MUHAMMAD IRFAN NABYL BIN MOHAMAD YAAKUB" userId="5f5f9c1a-70e9-4026-b845-667d53078a67" providerId="ADAL" clId="{11632BAE-72A1-4230-A35C-6889FA50FFB2}" dt="2025-10-27T03:36:33.847" v="46" actId="20577"/>
          <ac:spMkLst>
            <pc:docMk/>
            <pc:sldMk cId="0" sldId="261"/>
            <ac:spMk id="110" creationId="{00000000-0000-0000-0000-000000000000}"/>
          </ac:spMkLst>
        </pc:spChg>
        <pc:spChg chg="mod">
          <ac:chgData name="MUHAMMAD IRFAN NABYL BIN MOHAMAD YAAKUB" userId="5f5f9c1a-70e9-4026-b845-667d53078a67" providerId="ADAL" clId="{11632BAE-72A1-4230-A35C-6889FA50FFB2}" dt="2025-10-27T04:30:17.524" v="302" actId="6549"/>
          <ac:spMkLst>
            <pc:docMk/>
            <pc:sldMk cId="0" sldId="261"/>
            <ac:spMk id="111" creationId="{00000000-0000-0000-0000-000000000000}"/>
          </ac:spMkLst>
        </pc:spChg>
      </pc:sldChg>
      <pc:sldChg chg="add del">
        <pc:chgData name="MUHAMMAD IRFAN NABYL BIN MOHAMAD YAAKUB" userId="5f5f9c1a-70e9-4026-b845-667d53078a67" providerId="ADAL" clId="{11632BAE-72A1-4230-A35C-6889FA50FFB2}" dt="2025-10-27T03:34:04.744" v="39"/>
        <pc:sldMkLst>
          <pc:docMk/>
          <pc:sldMk cId="0" sldId="263"/>
        </pc:sldMkLst>
      </pc:sldChg>
      <pc:sldChg chg="addSp delSp modSp del mod">
        <pc:chgData name="MUHAMMAD IRFAN NABYL BIN MOHAMAD YAAKUB" userId="5f5f9c1a-70e9-4026-b845-667d53078a67" providerId="ADAL" clId="{11632BAE-72A1-4230-A35C-6889FA50FFB2}" dt="2025-10-27T03:33:23.002" v="33" actId="47"/>
        <pc:sldMkLst>
          <pc:docMk/>
          <pc:sldMk cId="1577031682" sldId="317"/>
        </pc:sldMkLst>
        <pc:spChg chg="mod">
          <ac:chgData name="MUHAMMAD IRFAN NABYL BIN MOHAMAD YAAKUB" userId="5f5f9c1a-70e9-4026-b845-667d53078a67" providerId="ADAL" clId="{11632BAE-72A1-4230-A35C-6889FA50FFB2}" dt="2025-10-27T03:32:43.915" v="28" actId="20577"/>
          <ac:spMkLst>
            <pc:docMk/>
            <pc:sldMk cId="1577031682" sldId="317"/>
            <ac:spMk id="2" creationId="{D6FDB148-30D7-62E7-B0B8-645AACD9AC3F}"/>
          </ac:spMkLst>
        </pc:spChg>
        <pc:spChg chg="add del">
          <ac:chgData name="MUHAMMAD IRFAN NABYL BIN MOHAMAD YAAKUB" userId="5f5f9c1a-70e9-4026-b845-667d53078a67" providerId="ADAL" clId="{11632BAE-72A1-4230-A35C-6889FA50FFB2}" dt="2025-10-27T03:32:54.255" v="30" actId="478"/>
          <ac:spMkLst>
            <pc:docMk/>
            <pc:sldMk cId="1577031682" sldId="317"/>
            <ac:spMk id="4" creationId="{D41896FF-E561-B260-D4F8-BC8196B36C63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3:32:54.255" v="30" actId="478"/>
          <ac:spMkLst>
            <pc:docMk/>
            <pc:sldMk cId="1577031682" sldId="317"/>
            <ac:spMk id="8" creationId="{6DFEF62A-5B04-31BD-AD89-E4EDBF64DCF4}"/>
          </ac:spMkLst>
        </pc:spChg>
      </pc:sldChg>
      <pc:sldChg chg="addSp delSp modSp add del mod">
        <pc:chgData name="MUHAMMAD IRFAN NABYL BIN MOHAMAD YAAKUB" userId="5f5f9c1a-70e9-4026-b845-667d53078a67" providerId="ADAL" clId="{11632BAE-72A1-4230-A35C-6889FA50FFB2}" dt="2025-10-27T04:35:17.500" v="339" actId="47"/>
        <pc:sldMkLst>
          <pc:docMk/>
          <pc:sldMk cId="825673466" sldId="356"/>
        </pc:sldMkLst>
        <pc:spChg chg="add del mod">
          <ac:chgData name="MUHAMMAD IRFAN NABYL BIN MOHAMAD YAAKUB" userId="5f5f9c1a-70e9-4026-b845-667d53078a67" providerId="ADAL" clId="{11632BAE-72A1-4230-A35C-6889FA50FFB2}" dt="2025-10-27T04:32:19.855" v="315" actId="478"/>
          <ac:spMkLst>
            <pc:docMk/>
            <pc:sldMk cId="825673466" sldId="356"/>
            <ac:spMk id="3" creationId="{1ACBD6A1-4EA9-B94E-4B6C-672B0400FDB9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32:56.114" v="321" actId="478"/>
          <ac:spMkLst>
            <pc:docMk/>
            <pc:sldMk cId="825673466" sldId="356"/>
            <ac:spMk id="4" creationId="{7CD77B47-712F-8542-2F77-D11C7A9C5015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32:59.154" v="323" actId="478"/>
          <ac:spMkLst>
            <pc:docMk/>
            <pc:sldMk cId="825673466" sldId="356"/>
            <ac:spMk id="5" creationId="{B0F3FCC6-A392-CA7F-3C87-39B8910EDBC7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32:58.124" v="322" actId="478"/>
          <ac:spMkLst>
            <pc:docMk/>
            <pc:sldMk cId="825673466" sldId="356"/>
            <ac:spMk id="7" creationId="{AF296BEE-7AB8-0073-14DA-4DE850E459A3}"/>
          </ac:spMkLst>
        </pc:spChg>
        <pc:spChg chg="add mod">
          <ac:chgData name="MUHAMMAD IRFAN NABYL BIN MOHAMAD YAAKUB" userId="5f5f9c1a-70e9-4026-b845-667d53078a67" providerId="ADAL" clId="{11632BAE-72A1-4230-A35C-6889FA50FFB2}" dt="2025-10-27T04:34:12.909" v="325"/>
          <ac:spMkLst>
            <pc:docMk/>
            <pc:sldMk cId="825673466" sldId="356"/>
            <ac:spMk id="8" creationId="{FC0E55F3-242F-EB1C-5EA7-AD262FDFED0F}"/>
          </ac:spMkLst>
        </pc:spChg>
        <pc:spChg chg="add mod">
          <ac:chgData name="MUHAMMAD IRFAN NABYL BIN MOHAMAD YAAKUB" userId="5f5f9c1a-70e9-4026-b845-667d53078a67" providerId="ADAL" clId="{11632BAE-72A1-4230-A35C-6889FA50FFB2}" dt="2025-10-27T04:34:33.619" v="332" actId="20577"/>
          <ac:spMkLst>
            <pc:docMk/>
            <pc:sldMk cId="825673466" sldId="356"/>
            <ac:spMk id="9" creationId="{E8E9925E-8527-79AC-2602-D3DC5E0A1802}"/>
          </ac:spMkLst>
        </pc:spChg>
        <pc:spChg chg="mod">
          <ac:chgData name="MUHAMMAD IRFAN NABYL BIN MOHAMAD YAAKUB" userId="5f5f9c1a-70e9-4026-b845-667d53078a67" providerId="ADAL" clId="{11632BAE-72A1-4230-A35C-6889FA50FFB2}" dt="2025-10-27T04:31:51.392" v="313" actId="20577"/>
          <ac:spMkLst>
            <pc:docMk/>
            <pc:sldMk cId="825673466" sldId="356"/>
            <ac:spMk id="110" creationId="{D84FB0A0-D4F6-CA93-0535-E1464946AED6}"/>
          </ac:spMkLst>
        </pc:spChg>
        <pc:spChg chg="del">
          <ac:chgData name="MUHAMMAD IRFAN NABYL BIN MOHAMAD YAAKUB" userId="5f5f9c1a-70e9-4026-b845-667d53078a67" providerId="ADAL" clId="{11632BAE-72A1-4230-A35C-6889FA50FFB2}" dt="2025-10-27T04:32:10.326" v="314" actId="478"/>
          <ac:spMkLst>
            <pc:docMk/>
            <pc:sldMk cId="825673466" sldId="356"/>
            <ac:spMk id="111" creationId="{6B9491C5-A90D-C6EE-77F5-F5B37FF32462}"/>
          </ac:spMkLst>
        </pc:spChg>
        <pc:picChg chg="add del mod">
          <ac:chgData name="MUHAMMAD IRFAN NABYL BIN MOHAMAD YAAKUB" userId="5f5f9c1a-70e9-4026-b845-667d53078a67" providerId="ADAL" clId="{11632BAE-72A1-4230-A35C-6889FA50FFB2}" dt="2025-10-27T04:35:15.441" v="338" actId="478"/>
          <ac:picMkLst>
            <pc:docMk/>
            <pc:sldMk cId="825673466" sldId="356"/>
            <ac:picMk id="11" creationId="{1C1CF3DE-64C2-C799-7FFB-F978A1F45566}"/>
          </ac:picMkLst>
        </pc:picChg>
      </pc:sldChg>
      <pc:sldChg chg="addSp modSp add mod">
        <pc:chgData name="MUHAMMAD IRFAN NABYL BIN MOHAMAD YAAKUB" userId="5f5f9c1a-70e9-4026-b845-667d53078a67" providerId="ADAL" clId="{11632BAE-72A1-4230-A35C-6889FA50FFB2}" dt="2025-10-27T04:37:00.905" v="419" actId="1440"/>
        <pc:sldMkLst>
          <pc:docMk/>
          <pc:sldMk cId="3076920147" sldId="356"/>
        </pc:sldMkLst>
        <pc:spChg chg="mod">
          <ac:chgData name="MUHAMMAD IRFAN NABYL BIN MOHAMAD YAAKUB" userId="5f5f9c1a-70e9-4026-b845-667d53078a67" providerId="ADAL" clId="{11632BAE-72A1-4230-A35C-6889FA50FFB2}" dt="2025-10-27T04:35:21.593" v="350" actId="20577"/>
          <ac:spMkLst>
            <pc:docMk/>
            <pc:sldMk cId="3076920147" sldId="356"/>
            <ac:spMk id="110" creationId="{3B548001-CCD1-12A4-847B-3207BF49FCA7}"/>
          </ac:spMkLst>
        </pc:spChg>
        <pc:spChg chg="mod">
          <ac:chgData name="MUHAMMAD IRFAN NABYL BIN MOHAMAD YAAKUB" userId="5f5f9c1a-70e9-4026-b845-667d53078a67" providerId="ADAL" clId="{11632BAE-72A1-4230-A35C-6889FA50FFB2}" dt="2025-10-27T04:36:04.741" v="386" actId="20577"/>
          <ac:spMkLst>
            <pc:docMk/>
            <pc:sldMk cId="3076920147" sldId="356"/>
            <ac:spMk id="111" creationId="{F1D89C44-C321-68CC-7F15-1600FDDE2884}"/>
          </ac:spMkLst>
        </pc:spChg>
        <pc:picChg chg="add mod">
          <ac:chgData name="MUHAMMAD IRFAN NABYL BIN MOHAMAD YAAKUB" userId="5f5f9c1a-70e9-4026-b845-667d53078a67" providerId="ADAL" clId="{11632BAE-72A1-4230-A35C-6889FA50FFB2}" dt="2025-10-27T04:37:00.905" v="419" actId="1440"/>
          <ac:picMkLst>
            <pc:docMk/>
            <pc:sldMk cId="3076920147" sldId="356"/>
            <ac:picMk id="3" creationId="{B198D7BC-911D-866F-77CF-CF317C26FF45}"/>
          </ac:picMkLst>
        </pc:picChg>
      </pc:sldChg>
      <pc:sldChg chg="add del">
        <pc:chgData name="MUHAMMAD IRFAN NABYL BIN MOHAMAD YAAKUB" userId="5f5f9c1a-70e9-4026-b845-667d53078a67" providerId="ADAL" clId="{11632BAE-72A1-4230-A35C-6889FA50FFB2}" dt="2025-10-27T03:33:59.588" v="37" actId="47"/>
        <pc:sldMkLst>
          <pc:docMk/>
          <pc:sldMk cId="4057779384" sldId="356"/>
        </pc:sldMkLst>
      </pc:sldChg>
      <pc:sldChg chg="addSp delSp modSp add mod ord">
        <pc:chgData name="MUHAMMAD IRFAN NABYL BIN MOHAMAD YAAKUB" userId="5f5f9c1a-70e9-4026-b845-667d53078a67" providerId="ADAL" clId="{11632BAE-72A1-4230-A35C-6889FA50FFB2}" dt="2025-10-27T04:51:37.073" v="579" actId="15"/>
        <pc:sldMkLst>
          <pc:docMk/>
          <pc:sldMk cId="2980024854" sldId="357"/>
        </pc:sldMkLst>
        <pc:spChg chg="add del mod">
          <ac:chgData name="MUHAMMAD IRFAN NABYL BIN MOHAMAD YAAKUB" userId="5f5f9c1a-70e9-4026-b845-667d53078a67" providerId="ADAL" clId="{11632BAE-72A1-4230-A35C-6889FA50FFB2}" dt="2025-10-27T04:46:16.181" v="443" actId="478"/>
          <ac:spMkLst>
            <pc:docMk/>
            <pc:sldMk cId="2980024854" sldId="357"/>
            <ac:spMk id="3" creationId="{DA5FC200-03CA-A9CA-3A19-C9483FD5A18F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50:07.814" v="560" actId="478"/>
          <ac:spMkLst>
            <pc:docMk/>
            <pc:sldMk cId="2980024854" sldId="357"/>
            <ac:spMk id="4" creationId="{A772B790-B917-3BD5-3230-BEF4A5676BB5}"/>
          </ac:spMkLst>
        </pc:spChg>
        <pc:spChg chg="add mod">
          <ac:chgData name="MUHAMMAD IRFAN NABYL BIN MOHAMAD YAAKUB" userId="5f5f9c1a-70e9-4026-b845-667d53078a67" providerId="ADAL" clId="{11632BAE-72A1-4230-A35C-6889FA50FFB2}" dt="2025-10-27T04:51:37.073" v="579" actId="15"/>
          <ac:spMkLst>
            <pc:docMk/>
            <pc:sldMk cId="2980024854" sldId="357"/>
            <ac:spMk id="5" creationId="{25920AC0-9B7D-B281-C33F-B9F563EEDF87}"/>
          </ac:spMkLst>
        </pc:spChg>
        <pc:spChg chg="add mod">
          <ac:chgData name="MUHAMMAD IRFAN NABYL BIN MOHAMAD YAAKUB" userId="5f5f9c1a-70e9-4026-b845-667d53078a67" providerId="ADAL" clId="{11632BAE-72A1-4230-A35C-6889FA50FFB2}" dt="2025-10-27T04:50:04.955" v="559" actId="1076"/>
          <ac:spMkLst>
            <pc:docMk/>
            <pc:sldMk cId="2980024854" sldId="357"/>
            <ac:spMk id="8" creationId="{0BDD7503-CF45-2BF7-EB54-700B3AB9F216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4:50:10.739" v="561" actId="478"/>
          <ac:spMkLst>
            <pc:docMk/>
            <pc:sldMk cId="2980024854" sldId="357"/>
            <ac:spMk id="10" creationId="{E3B323AB-6953-EB61-D1A4-164C26A44EDA}"/>
          </ac:spMkLst>
        </pc:spChg>
        <pc:spChg chg="mod">
          <ac:chgData name="MUHAMMAD IRFAN NABYL BIN MOHAMAD YAAKUB" userId="5f5f9c1a-70e9-4026-b845-667d53078a67" providerId="ADAL" clId="{11632BAE-72A1-4230-A35C-6889FA50FFB2}" dt="2025-10-27T04:45:19.624" v="441" actId="20577"/>
          <ac:spMkLst>
            <pc:docMk/>
            <pc:sldMk cId="2980024854" sldId="357"/>
            <ac:spMk id="110" creationId="{D8F12A22-47A9-B9B6-71CA-27D0AC264B1D}"/>
          </ac:spMkLst>
        </pc:spChg>
        <pc:spChg chg="del">
          <ac:chgData name="MUHAMMAD IRFAN NABYL BIN MOHAMAD YAAKUB" userId="5f5f9c1a-70e9-4026-b845-667d53078a67" providerId="ADAL" clId="{11632BAE-72A1-4230-A35C-6889FA50FFB2}" dt="2025-10-27T04:46:09.678" v="442" actId="478"/>
          <ac:spMkLst>
            <pc:docMk/>
            <pc:sldMk cId="2980024854" sldId="357"/>
            <ac:spMk id="111" creationId="{F4FEEF3B-7EE3-D654-1BFC-2B04E5AB024B}"/>
          </ac:spMkLst>
        </pc:spChg>
        <pc:picChg chg="add mod">
          <ac:chgData name="MUHAMMAD IRFAN NABYL BIN MOHAMAD YAAKUB" userId="5f5f9c1a-70e9-4026-b845-667d53078a67" providerId="ADAL" clId="{11632BAE-72A1-4230-A35C-6889FA50FFB2}" dt="2025-10-27T04:51:09.725" v="577" actId="1076"/>
          <ac:picMkLst>
            <pc:docMk/>
            <pc:sldMk cId="2980024854" sldId="357"/>
            <ac:picMk id="7" creationId="{DD136169-9BEA-42E3-728F-29A59DCACAE7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4:51:11.051" v="578" actId="1076"/>
          <ac:picMkLst>
            <pc:docMk/>
            <pc:sldMk cId="2980024854" sldId="357"/>
            <ac:picMk id="12" creationId="{80785DB7-B15F-B728-947B-5786B7E68F16}"/>
          </ac:picMkLst>
        </pc:picChg>
      </pc:sldChg>
      <pc:sldChg chg="add del">
        <pc:chgData name="MUHAMMAD IRFAN NABYL BIN MOHAMAD YAAKUB" userId="5f5f9c1a-70e9-4026-b845-667d53078a67" providerId="ADAL" clId="{11632BAE-72A1-4230-A35C-6889FA50FFB2}" dt="2025-10-27T04:30:10.732" v="301" actId="47"/>
        <pc:sldMkLst>
          <pc:docMk/>
          <pc:sldMk cId="3839919615" sldId="357"/>
        </pc:sldMkLst>
      </pc:sldChg>
      <pc:sldChg chg="add del">
        <pc:chgData name="MUHAMMAD IRFAN NABYL BIN MOHAMAD YAAKUB" userId="5f5f9c1a-70e9-4026-b845-667d53078a67" providerId="ADAL" clId="{11632BAE-72A1-4230-A35C-6889FA50FFB2}" dt="2025-10-27T04:55:06.548" v="580" actId="47"/>
        <pc:sldMkLst>
          <pc:docMk/>
          <pc:sldMk cId="111897304" sldId="358"/>
        </pc:sldMkLst>
      </pc:sldChg>
      <pc:sldChg chg="addSp delSp modSp add mod">
        <pc:chgData name="MUHAMMAD IRFAN NABYL BIN MOHAMAD YAAKUB" userId="5f5f9c1a-70e9-4026-b845-667d53078a67" providerId="ADAL" clId="{11632BAE-72A1-4230-A35C-6889FA50FFB2}" dt="2025-10-27T05:28:52.840" v="810" actId="20577"/>
        <pc:sldMkLst>
          <pc:docMk/>
          <pc:sldMk cId="1868527971" sldId="358"/>
        </pc:sldMkLst>
        <pc:spChg chg="mod">
          <ac:chgData name="MUHAMMAD IRFAN NABYL BIN MOHAMAD YAAKUB" userId="5f5f9c1a-70e9-4026-b845-667d53078a67" providerId="ADAL" clId="{11632BAE-72A1-4230-A35C-6889FA50FFB2}" dt="2025-10-27T05:02:24.941" v="688"/>
          <ac:spMkLst>
            <pc:docMk/>
            <pc:sldMk cId="1868527971" sldId="358"/>
            <ac:spMk id="5" creationId="{90E502B7-D051-CC92-5B78-095DF0F0BD42}"/>
          </ac:spMkLst>
        </pc:spChg>
        <pc:spChg chg="mod">
          <ac:chgData name="MUHAMMAD IRFAN NABYL BIN MOHAMAD YAAKUB" userId="5f5f9c1a-70e9-4026-b845-667d53078a67" providerId="ADAL" clId="{11632BAE-72A1-4230-A35C-6889FA50FFB2}" dt="2025-10-27T05:01:14.524" v="686" actId="20577"/>
          <ac:spMkLst>
            <pc:docMk/>
            <pc:sldMk cId="1868527971" sldId="358"/>
            <ac:spMk id="8" creationId="{2A6DCBCF-F0BC-728E-6E4A-173AF8EC418A}"/>
          </ac:spMkLst>
        </pc:spChg>
        <pc:spChg chg="mod">
          <ac:chgData name="MUHAMMAD IRFAN NABYL BIN MOHAMAD YAAKUB" userId="5f5f9c1a-70e9-4026-b845-667d53078a67" providerId="ADAL" clId="{11632BAE-72A1-4230-A35C-6889FA50FFB2}" dt="2025-10-27T05:28:52.840" v="810" actId="20577"/>
          <ac:spMkLst>
            <pc:docMk/>
            <pc:sldMk cId="1868527971" sldId="358"/>
            <ac:spMk id="110" creationId="{BFA00DC9-5920-75B5-85EB-492FAB86876F}"/>
          </ac:spMkLst>
        </pc:spChg>
        <pc:picChg chg="add mod">
          <ac:chgData name="MUHAMMAD IRFAN NABYL BIN MOHAMAD YAAKUB" userId="5f5f9c1a-70e9-4026-b845-667d53078a67" providerId="ADAL" clId="{11632BAE-72A1-4230-A35C-6889FA50FFB2}" dt="2025-10-27T05:00:47.140" v="648" actId="14100"/>
          <ac:picMkLst>
            <pc:docMk/>
            <pc:sldMk cId="1868527971" sldId="358"/>
            <ac:picMk id="3" creationId="{5B4FE314-43A7-E039-AC35-C05A244D642A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03:28.672" v="693" actId="14100"/>
          <ac:picMkLst>
            <pc:docMk/>
            <pc:sldMk cId="1868527971" sldId="358"/>
            <ac:picMk id="6" creationId="{846BE7C6-F240-2650-F09B-C2372789EEF5}"/>
          </ac:picMkLst>
        </pc:picChg>
        <pc:picChg chg="del">
          <ac:chgData name="MUHAMMAD IRFAN NABYL BIN MOHAMAD YAAKUB" userId="5f5f9c1a-70e9-4026-b845-667d53078a67" providerId="ADAL" clId="{11632BAE-72A1-4230-A35C-6889FA50FFB2}" dt="2025-10-27T05:00:32.743" v="644" actId="478"/>
          <ac:picMkLst>
            <pc:docMk/>
            <pc:sldMk cId="1868527971" sldId="358"/>
            <ac:picMk id="7" creationId="{0F5E6544-43FA-40C3-1E14-92DCCB709407}"/>
          </ac:picMkLst>
        </pc:picChg>
        <pc:picChg chg="del">
          <ac:chgData name="MUHAMMAD IRFAN NABYL BIN MOHAMAD YAAKUB" userId="5f5f9c1a-70e9-4026-b845-667d53078a67" providerId="ADAL" clId="{11632BAE-72A1-4230-A35C-6889FA50FFB2}" dt="2025-10-27T05:03:19.439" v="691" actId="478"/>
          <ac:picMkLst>
            <pc:docMk/>
            <pc:sldMk cId="1868527971" sldId="358"/>
            <ac:picMk id="12" creationId="{B81EF3E6-7DB2-F2D3-1433-C4E19499F9E9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5:28:55.657" v="811" actId="20577"/>
        <pc:sldMkLst>
          <pc:docMk/>
          <pc:sldMk cId="3380586102" sldId="359"/>
        </pc:sldMkLst>
        <pc:spChg chg="mod">
          <ac:chgData name="MUHAMMAD IRFAN NABYL BIN MOHAMAD YAAKUB" userId="5f5f9c1a-70e9-4026-b845-667d53078a67" providerId="ADAL" clId="{11632BAE-72A1-4230-A35C-6889FA50FFB2}" dt="2025-10-27T05:21:07.231" v="772"/>
          <ac:spMkLst>
            <pc:docMk/>
            <pc:sldMk cId="3380586102" sldId="359"/>
            <ac:spMk id="5" creationId="{DB628466-03AB-72B3-DD30-6EB186DBA837}"/>
          </ac:spMkLst>
        </pc:spChg>
        <pc:spChg chg="mod">
          <ac:chgData name="MUHAMMAD IRFAN NABYL BIN MOHAMAD YAAKUB" userId="5f5f9c1a-70e9-4026-b845-667d53078a67" providerId="ADAL" clId="{11632BAE-72A1-4230-A35C-6889FA50FFB2}" dt="2025-10-27T05:22:03.681" v="778"/>
          <ac:spMkLst>
            <pc:docMk/>
            <pc:sldMk cId="3380586102" sldId="359"/>
            <ac:spMk id="8" creationId="{3BAB41E9-D194-1D9B-87BE-4140B6B2689C}"/>
          </ac:spMkLst>
        </pc:spChg>
        <pc:spChg chg="add del">
          <ac:chgData name="MUHAMMAD IRFAN NABYL BIN MOHAMAD YAAKUB" userId="5f5f9c1a-70e9-4026-b845-667d53078a67" providerId="ADAL" clId="{11632BAE-72A1-4230-A35C-6889FA50FFB2}" dt="2025-10-27T05:21:06.606" v="771" actId="22"/>
          <ac:spMkLst>
            <pc:docMk/>
            <pc:sldMk cId="3380586102" sldId="359"/>
            <ac:spMk id="9" creationId="{5984CEE9-B701-4A82-E33D-7F9022513C20}"/>
          </ac:spMkLst>
        </pc:spChg>
        <pc:spChg chg="mod">
          <ac:chgData name="MUHAMMAD IRFAN NABYL BIN MOHAMAD YAAKUB" userId="5f5f9c1a-70e9-4026-b845-667d53078a67" providerId="ADAL" clId="{11632BAE-72A1-4230-A35C-6889FA50FFB2}" dt="2025-10-27T05:28:55.657" v="811" actId="20577"/>
          <ac:spMkLst>
            <pc:docMk/>
            <pc:sldMk cId="3380586102" sldId="359"/>
            <ac:spMk id="110" creationId="{37C49047-7678-3718-D429-814BC5DD4CD3}"/>
          </ac:spMkLst>
        </pc:spChg>
        <pc:picChg chg="del">
          <ac:chgData name="MUHAMMAD IRFAN NABYL BIN MOHAMAD YAAKUB" userId="5f5f9c1a-70e9-4026-b845-667d53078a67" providerId="ADAL" clId="{11632BAE-72A1-4230-A35C-6889FA50FFB2}" dt="2025-10-27T05:04:06.236" v="702" actId="478"/>
          <ac:picMkLst>
            <pc:docMk/>
            <pc:sldMk cId="3380586102" sldId="359"/>
            <ac:picMk id="3" creationId="{651C971B-E9FD-A54F-4BF8-12D368AD6920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27:49.878" v="800" actId="14100"/>
          <ac:picMkLst>
            <pc:docMk/>
            <pc:sldMk cId="3380586102" sldId="359"/>
            <ac:picMk id="4" creationId="{8049E877-873D-AD08-E0F7-85C9594D9B71}"/>
          </ac:picMkLst>
        </pc:picChg>
        <pc:picChg chg="mod">
          <ac:chgData name="MUHAMMAD IRFAN NABYL BIN MOHAMAD YAAKUB" userId="5f5f9c1a-70e9-4026-b845-667d53078a67" providerId="ADAL" clId="{11632BAE-72A1-4230-A35C-6889FA50FFB2}" dt="2025-10-27T05:27:56.456" v="802" actId="14100"/>
          <ac:picMkLst>
            <pc:docMk/>
            <pc:sldMk cId="3380586102" sldId="359"/>
            <ac:picMk id="6" creationId="{25F9B5B7-930B-96EB-6CF9-9B5BBB07F744}"/>
          </ac:picMkLst>
        </pc:picChg>
        <pc:picChg chg="add del mod">
          <ac:chgData name="MUHAMMAD IRFAN NABYL BIN MOHAMAD YAAKUB" userId="5f5f9c1a-70e9-4026-b845-667d53078a67" providerId="ADAL" clId="{11632BAE-72A1-4230-A35C-6889FA50FFB2}" dt="2025-10-27T05:27:51.739" v="801" actId="478"/>
          <ac:picMkLst>
            <pc:docMk/>
            <pc:sldMk cId="3380586102" sldId="359"/>
            <ac:picMk id="10" creationId="{DE3B0951-5FBB-BEFB-F38D-B084E469DF4E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5:28:58.761" v="812" actId="20577"/>
        <pc:sldMkLst>
          <pc:docMk/>
          <pc:sldMk cId="1785418419" sldId="360"/>
        </pc:sldMkLst>
        <pc:spChg chg="add del">
          <ac:chgData name="MUHAMMAD IRFAN NABYL BIN MOHAMAD YAAKUB" userId="5f5f9c1a-70e9-4026-b845-667d53078a67" providerId="ADAL" clId="{11632BAE-72A1-4230-A35C-6889FA50FFB2}" dt="2025-10-27T05:17:49.268" v="731" actId="22"/>
          <ac:spMkLst>
            <pc:docMk/>
            <pc:sldMk cId="1785418419" sldId="360"/>
            <ac:spMk id="3" creationId="{09CE839B-D2C0-7735-D1A0-9C9DC648FA27}"/>
          </ac:spMkLst>
        </pc:spChg>
        <pc:spChg chg="del mod">
          <ac:chgData name="MUHAMMAD IRFAN NABYL BIN MOHAMAD YAAKUB" userId="5f5f9c1a-70e9-4026-b845-667d53078a67" providerId="ADAL" clId="{11632BAE-72A1-4230-A35C-6889FA50FFB2}" dt="2025-10-27T05:17:52.545" v="734" actId="478"/>
          <ac:spMkLst>
            <pc:docMk/>
            <pc:sldMk cId="1785418419" sldId="360"/>
            <ac:spMk id="5" creationId="{3B60B60B-4D8B-1057-4616-498DD6F2E7D0}"/>
          </ac:spMkLst>
        </pc:spChg>
        <pc:spChg chg="mod">
          <ac:chgData name="MUHAMMAD IRFAN NABYL BIN MOHAMAD YAAKUB" userId="5f5f9c1a-70e9-4026-b845-667d53078a67" providerId="ADAL" clId="{11632BAE-72A1-4230-A35C-6889FA50FFB2}" dt="2025-10-27T05:20:58.857" v="769"/>
          <ac:spMkLst>
            <pc:docMk/>
            <pc:sldMk cId="1785418419" sldId="360"/>
            <ac:spMk id="8" creationId="{E731EC40-716F-5FC4-59CF-89F89D71624E}"/>
          </ac:spMkLst>
        </pc:spChg>
        <pc:spChg chg="mod">
          <ac:chgData name="MUHAMMAD IRFAN NABYL BIN MOHAMAD YAAKUB" userId="5f5f9c1a-70e9-4026-b845-667d53078a67" providerId="ADAL" clId="{11632BAE-72A1-4230-A35C-6889FA50FFB2}" dt="2025-10-27T05:28:58.761" v="812" actId="20577"/>
          <ac:spMkLst>
            <pc:docMk/>
            <pc:sldMk cId="1785418419" sldId="360"/>
            <ac:spMk id="110" creationId="{73F4BEE7-4386-B835-C7CB-65FAA4C3133D}"/>
          </ac:spMkLst>
        </pc:spChg>
        <pc:picChg chg="add del mod">
          <ac:chgData name="MUHAMMAD IRFAN NABYL BIN MOHAMAD YAAKUB" userId="5f5f9c1a-70e9-4026-b845-667d53078a67" providerId="ADAL" clId="{11632BAE-72A1-4230-A35C-6889FA50FFB2}" dt="2025-10-27T05:26:53.071" v="792" actId="14100"/>
          <ac:picMkLst>
            <pc:docMk/>
            <pc:sldMk cId="1785418419" sldId="360"/>
            <ac:picMk id="4" creationId="{8C661680-6C58-11D5-4262-E4EC43060B91}"/>
          </ac:picMkLst>
        </pc:picChg>
        <pc:picChg chg="del">
          <ac:chgData name="MUHAMMAD IRFAN NABYL BIN MOHAMAD YAAKUB" userId="5f5f9c1a-70e9-4026-b845-667d53078a67" providerId="ADAL" clId="{11632BAE-72A1-4230-A35C-6889FA50FFB2}" dt="2025-10-27T05:17:53.114" v="735" actId="478"/>
          <ac:picMkLst>
            <pc:docMk/>
            <pc:sldMk cId="1785418419" sldId="360"/>
            <ac:picMk id="6" creationId="{EA215757-92F9-2D05-BC1E-ACFE49900DB8}"/>
          </ac:picMkLst>
        </pc:picChg>
        <pc:picChg chg="add del mod">
          <ac:chgData name="MUHAMMAD IRFAN NABYL BIN MOHAMAD YAAKUB" userId="5f5f9c1a-70e9-4026-b845-667d53078a67" providerId="ADAL" clId="{11632BAE-72A1-4230-A35C-6889FA50FFB2}" dt="2025-10-27T05:26:54.138" v="793" actId="478"/>
          <ac:picMkLst>
            <pc:docMk/>
            <pc:sldMk cId="1785418419" sldId="360"/>
            <ac:picMk id="7" creationId="{5DEA3519-1EBE-348B-DD00-DA6362512984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28:02.069" v="803"/>
          <ac:picMkLst>
            <pc:docMk/>
            <pc:sldMk cId="1785418419" sldId="360"/>
            <ac:picMk id="9" creationId="{994B9757-F69E-514D-6C5B-35A11FF49873}"/>
          </ac:picMkLst>
        </pc:picChg>
      </pc:sldChg>
      <pc:sldChg chg="addSp delSp modSp add mod ord">
        <pc:chgData name="MUHAMMAD IRFAN NABYL BIN MOHAMAD YAAKUB" userId="5f5f9c1a-70e9-4026-b845-667d53078a67" providerId="ADAL" clId="{11632BAE-72A1-4230-A35C-6889FA50FFB2}" dt="2025-10-27T05:29:00.950" v="813" actId="20577"/>
        <pc:sldMkLst>
          <pc:docMk/>
          <pc:sldMk cId="3927609333" sldId="361"/>
        </pc:sldMkLst>
        <pc:spChg chg="del">
          <ac:chgData name="MUHAMMAD IRFAN NABYL BIN MOHAMAD YAAKUB" userId="5f5f9c1a-70e9-4026-b845-667d53078a67" providerId="ADAL" clId="{11632BAE-72A1-4230-A35C-6889FA50FFB2}" dt="2025-10-27T05:18:23.480" v="744" actId="478"/>
          <ac:spMkLst>
            <pc:docMk/>
            <pc:sldMk cId="3927609333" sldId="361"/>
            <ac:spMk id="5" creationId="{F45EFBFC-29FB-1373-B6DB-E94AB9720F14}"/>
          </ac:spMkLst>
        </pc:spChg>
        <pc:spChg chg="mod">
          <ac:chgData name="MUHAMMAD IRFAN NABYL BIN MOHAMAD YAAKUB" userId="5f5f9c1a-70e9-4026-b845-667d53078a67" providerId="ADAL" clId="{11632BAE-72A1-4230-A35C-6889FA50FFB2}" dt="2025-10-27T05:19:38.945" v="758" actId="20577"/>
          <ac:spMkLst>
            <pc:docMk/>
            <pc:sldMk cId="3927609333" sldId="361"/>
            <ac:spMk id="8" creationId="{B2A15669-F9E8-A44E-9590-19A85B010C92}"/>
          </ac:spMkLst>
        </pc:spChg>
        <pc:spChg chg="mod">
          <ac:chgData name="MUHAMMAD IRFAN NABYL BIN MOHAMAD YAAKUB" userId="5f5f9c1a-70e9-4026-b845-667d53078a67" providerId="ADAL" clId="{11632BAE-72A1-4230-A35C-6889FA50FFB2}" dt="2025-10-27T05:29:00.950" v="813" actId="20577"/>
          <ac:spMkLst>
            <pc:docMk/>
            <pc:sldMk cId="3927609333" sldId="361"/>
            <ac:spMk id="110" creationId="{CA494702-0A99-B08B-8AD1-0181E51493E0}"/>
          </ac:spMkLst>
        </pc:spChg>
        <pc:picChg chg="add del mod">
          <ac:chgData name="MUHAMMAD IRFAN NABYL BIN MOHAMAD YAAKUB" userId="5f5f9c1a-70e9-4026-b845-667d53078a67" providerId="ADAL" clId="{11632BAE-72A1-4230-A35C-6889FA50FFB2}" dt="2025-10-27T05:19:30.395" v="756" actId="478"/>
          <ac:picMkLst>
            <pc:docMk/>
            <pc:sldMk cId="3927609333" sldId="361"/>
            <ac:picMk id="2" creationId="{5F352AD2-624F-3699-FD38-18F59AE6A75D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28:09.787" v="804"/>
          <ac:picMkLst>
            <pc:docMk/>
            <pc:sldMk cId="3927609333" sldId="361"/>
            <ac:picMk id="3" creationId="{DAE3D976-AD34-D6D1-F325-CC0343F9AD9D}"/>
          </ac:picMkLst>
        </pc:picChg>
        <pc:picChg chg="mod">
          <ac:chgData name="MUHAMMAD IRFAN NABYL BIN MOHAMAD YAAKUB" userId="5f5f9c1a-70e9-4026-b845-667d53078a67" providerId="ADAL" clId="{11632BAE-72A1-4230-A35C-6889FA50FFB2}" dt="2025-10-27T05:19:28.966" v="755" actId="14100"/>
          <ac:picMkLst>
            <pc:docMk/>
            <pc:sldMk cId="3927609333" sldId="361"/>
            <ac:picMk id="4" creationId="{2D74BA2F-491E-E66D-A997-B8EF474C89EC}"/>
          </ac:picMkLst>
        </pc:picChg>
        <pc:picChg chg="del">
          <ac:chgData name="MUHAMMAD IRFAN NABYL BIN MOHAMAD YAAKUB" userId="5f5f9c1a-70e9-4026-b845-667d53078a67" providerId="ADAL" clId="{11632BAE-72A1-4230-A35C-6889FA50FFB2}" dt="2025-10-27T05:18:24.664" v="745" actId="478"/>
          <ac:picMkLst>
            <pc:docMk/>
            <pc:sldMk cId="3927609333" sldId="361"/>
            <ac:picMk id="6" creationId="{5D5B228C-F0BC-DE1A-1240-12E2B55F2E16}"/>
          </ac:picMkLst>
        </pc:picChg>
      </pc:sldChg>
      <pc:sldChg chg="addSp delSp modSp add del mod ord">
        <pc:chgData name="MUHAMMAD IRFAN NABYL BIN MOHAMAD YAAKUB" userId="5f5f9c1a-70e9-4026-b845-667d53078a67" providerId="ADAL" clId="{11632BAE-72A1-4230-A35C-6889FA50FFB2}" dt="2025-10-27T05:37:25.010" v="840" actId="20577"/>
        <pc:sldMkLst>
          <pc:docMk/>
          <pc:sldMk cId="797044186" sldId="362"/>
        </pc:sldMkLst>
        <pc:spChg chg="mod">
          <ac:chgData name="MUHAMMAD IRFAN NABYL BIN MOHAMAD YAAKUB" userId="5f5f9c1a-70e9-4026-b845-667d53078a67" providerId="ADAL" clId="{11632BAE-72A1-4230-A35C-6889FA50FFB2}" dt="2025-10-27T05:30:54.505" v="818" actId="15"/>
          <ac:spMkLst>
            <pc:docMk/>
            <pc:sldMk cId="797044186" sldId="362"/>
            <ac:spMk id="8" creationId="{D76677BE-12F8-43F3-B25F-83439F8E10D1}"/>
          </ac:spMkLst>
        </pc:spChg>
        <pc:spChg chg="mod">
          <ac:chgData name="MUHAMMAD IRFAN NABYL BIN MOHAMAD YAAKUB" userId="5f5f9c1a-70e9-4026-b845-667d53078a67" providerId="ADAL" clId="{11632BAE-72A1-4230-A35C-6889FA50FFB2}" dt="2025-10-27T05:37:25.010" v="840" actId="20577"/>
          <ac:spMkLst>
            <pc:docMk/>
            <pc:sldMk cId="797044186" sldId="362"/>
            <ac:spMk id="110" creationId="{E6E9932D-14D5-908E-C09A-244D1657FF04}"/>
          </ac:spMkLst>
        </pc:spChg>
        <pc:picChg chg="add mod">
          <ac:chgData name="MUHAMMAD IRFAN NABYL BIN MOHAMAD YAAKUB" userId="5f5f9c1a-70e9-4026-b845-667d53078a67" providerId="ADAL" clId="{11632BAE-72A1-4230-A35C-6889FA50FFB2}" dt="2025-10-27T05:28:35.044" v="809" actId="1076"/>
          <ac:picMkLst>
            <pc:docMk/>
            <pc:sldMk cId="797044186" sldId="362"/>
            <ac:picMk id="3" creationId="{25021EE5-3E3C-CCC5-55C3-36B8E14641B8}"/>
          </ac:picMkLst>
        </pc:picChg>
        <pc:picChg chg="del">
          <ac:chgData name="MUHAMMAD IRFAN NABYL BIN MOHAMAD YAAKUB" userId="5f5f9c1a-70e9-4026-b845-667d53078a67" providerId="ADAL" clId="{11632BAE-72A1-4230-A35C-6889FA50FFB2}" dt="2025-10-27T05:28:32.807" v="808" actId="478"/>
          <ac:picMkLst>
            <pc:docMk/>
            <pc:sldMk cId="797044186" sldId="362"/>
            <ac:picMk id="4" creationId="{7376EDA7-745C-D3A7-3F2C-AD2683FFA346}"/>
          </ac:picMkLst>
        </pc:picChg>
      </pc:sldChg>
      <pc:sldChg chg="modSp add mod">
        <pc:chgData name="MUHAMMAD IRFAN NABYL BIN MOHAMAD YAAKUB" userId="5f5f9c1a-70e9-4026-b845-667d53078a67" providerId="ADAL" clId="{11632BAE-72A1-4230-A35C-6889FA50FFB2}" dt="2025-10-27T05:37:27.276" v="841" actId="20577"/>
        <pc:sldMkLst>
          <pc:docMk/>
          <pc:sldMk cId="968769182" sldId="363"/>
        </pc:sldMkLst>
        <pc:spChg chg="mod">
          <ac:chgData name="MUHAMMAD IRFAN NABYL BIN MOHAMAD YAAKUB" userId="5f5f9c1a-70e9-4026-b845-667d53078a67" providerId="ADAL" clId="{11632BAE-72A1-4230-A35C-6889FA50FFB2}" dt="2025-10-27T05:37:27.276" v="841" actId="20577"/>
          <ac:spMkLst>
            <pc:docMk/>
            <pc:sldMk cId="968769182" sldId="363"/>
            <ac:spMk id="110" creationId="{A8BF35CB-4A68-3CDB-771D-F6D509663923}"/>
          </ac:spMkLst>
        </pc:spChg>
      </pc:sldChg>
      <pc:sldChg chg="add del">
        <pc:chgData name="MUHAMMAD IRFAN NABYL BIN MOHAMAD YAAKUB" userId="5f5f9c1a-70e9-4026-b845-667d53078a67" providerId="ADAL" clId="{11632BAE-72A1-4230-A35C-6889FA50FFB2}" dt="2025-10-27T05:30:09.655" v="816" actId="2890"/>
        <pc:sldMkLst>
          <pc:docMk/>
          <pc:sldMk cId="173222978" sldId="364"/>
        </pc:sldMkLst>
      </pc:sldChg>
      <pc:sldChg chg="addSp delSp modSp add del mod">
        <pc:chgData name="MUHAMMAD IRFAN NABYL BIN MOHAMAD YAAKUB" userId="5f5f9c1a-70e9-4026-b845-667d53078a67" providerId="ADAL" clId="{11632BAE-72A1-4230-A35C-6889FA50FFB2}" dt="2025-10-27T05:49:45.528" v="930" actId="47"/>
        <pc:sldMkLst>
          <pc:docMk/>
          <pc:sldMk cId="3866154163" sldId="364"/>
        </pc:sldMkLst>
        <pc:spChg chg="add mod">
          <ac:chgData name="MUHAMMAD IRFAN NABYL BIN MOHAMAD YAAKUB" userId="5f5f9c1a-70e9-4026-b845-667d53078a67" providerId="ADAL" clId="{11632BAE-72A1-4230-A35C-6889FA50FFB2}" dt="2025-10-27T05:38:05.884" v="846" actId="571"/>
          <ac:spMkLst>
            <pc:docMk/>
            <pc:sldMk cId="3866154163" sldId="364"/>
            <ac:spMk id="2" creationId="{6D9A0619-A724-79EF-AF29-E4278B3DDD7C}"/>
          </ac:spMkLst>
        </pc:spChg>
        <pc:spChg chg="add mod ord">
          <ac:chgData name="MUHAMMAD IRFAN NABYL BIN MOHAMAD YAAKUB" userId="5f5f9c1a-70e9-4026-b845-667d53078a67" providerId="ADAL" clId="{11632BAE-72A1-4230-A35C-6889FA50FFB2}" dt="2025-10-27T05:49:08.432" v="929" actId="20577"/>
          <ac:spMkLst>
            <pc:docMk/>
            <pc:sldMk cId="3866154163" sldId="364"/>
            <ac:spMk id="6" creationId="{7B81BD21-3308-0A89-D7DC-AF1840778905}"/>
          </ac:spMkLst>
        </pc:spChg>
        <pc:spChg chg="mod">
          <ac:chgData name="MUHAMMAD IRFAN NABYL BIN MOHAMAD YAAKUB" userId="5f5f9c1a-70e9-4026-b845-667d53078a67" providerId="ADAL" clId="{11632BAE-72A1-4230-A35C-6889FA50FFB2}" dt="2025-10-27T05:41:21.118" v="883" actId="1076"/>
          <ac:spMkLst>
            <pc:docMk/>
            <pc:sldMk cId="3866154163" sldId="364"/>
            <ac:spMk id="8" creationId="{C908829D-2029-358D-B44C-1BA5CFAC5306}"/>
          </ac:spMkLst>
        </pc:spChg>
        <pc:spChg chg="mod">
          <ac:chgData name="MUHAMMAD IRFAN NABYL BIN MOHAMAD YAAKUB" userId="5f5f9c1a-70e9-4026-b845-667d53078a67" providerId="ADAL" clId="{11632BAE-72A1-4230-A35C-6889FA50FFB2}" dt="2025-10-27T05:37:21.972" v="839"/>
          <ac:spMkLst>
            <pc:docMk/>
            <pc:sldMk cId="3866154163" sldId="364"/>
            <ac:spMk id="110" creationId="{A72C59DE-B23B-6432-DB12-DA671A38D392}"/>
          </ac:spMkLst>
        </pc:spChg>
        <pc:picChg chg="del">
          <ac:chgData name="MUHAMMAD IRFAN NABYL BIN MOHAMAD YAAKUB" userId="5f5f9c1a-70e9-4026-b845-667d53078a67" providerId="ADAL" clId="{11632BAE-72A1-4230-A35C-6889FA50FFB2}" dt="2025-10-27T05:38:47.989" v="851" actId="478"/>
          <ac:picMkLst>
            <pc:docMk/>
            <pc:sldMk cId="3866154163" sldId="364"/>
            <ac:picMk id="3" creationId="{C1E44F3A-CED7-2573-CE18-ECA3C9FA191C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41:21.118" v="883" actId="1076"/>
          <ac:picMkLst>
            <pc:docMk/>
            <pc:sldMk cId="3866154163" sldId="364"/>
            <ac:picMk id="5" creationId="{F8E20457-6CB3-FEBA-07ED-4172E8EE8344}"/>
          </ac:picMkLst>
        </pc:picChg>
      </pc:sldChg>
      <pc:sldChg chg="modSp add mod">
        <pc:chgData name="MUHAMMAD IRFAN NABYL BIN MOHAMAD YAAKUB" userId="5f5f9c1a-70e9-4026-b845-667d53078a67" providerId="ADAL" clId="{11632BAE-72A1-4230-A35C-6889FA50FFB2}" dt="2025-10-27T05:50:05.165" v="943" actId="20577"/>
        <pc:sldMkLst>
          <pc:docMk/>
          <pc:sldMk cId="1141409502" sldId="365"/>
        </pc:sldMkLst>
        <pc:spChg chg="mod">
          <ac:chgData name="MUHAMMAD IRFAN NABYL BIN MOHAMAD YAAKUB" userId="5f5f9c1a-70e9-4026-b845-667d53078a67" providerId="ADAL" clId="{11632BAE-72A1-4230-A35C-6889FA50FFB2}" dt="2025-10-27T05:50:05.165" v="943" actId="20577"/>
          <ac:spMkLst>
            <pc:docMk/>
            <pc:sldMk cId="1141409502" sldId="365"/>
            <ac:spMk id="6" creationId="{7D809CFF-4B02-F5C8-7B88-D213B6342109}"/>
          </ac:spMkLst>
        </pc:spChg>
        <pc:spChg chg="mod">
          <ac:chgData name="MUHAMMAD IRFAN NABYL BIN MOHAMAD YAAKUB" userId="5f5f9c1a-70e9-4026-b845-667d53078a67" providerId="ADAL" clId="{11632BAE-72A1-4230-A35C-6889FA50FFB2}" dt="2025-10-27T05:41:36.215" v="885" actId="1076"/>
          <ac:spMkLst>
            <pc:docMk/>
            <pc:sldMk cId="1141409502" sldId="365"/>
            <ac:spMk id="8" creationId="{6A51E02C-6D81-6205-933E-5A53B0EF1FDF}"/>
          </ac:spMkLst>
        </pc:spChg>
        <pc:spChg chg="mod">
          <ac:chgData name="MUHAMMAD IRFAN NABYL BIN MOHAMAD YAAKUB" userId="5f5f9c1a-70e9-4026-b845-667d53078a67" providerId="ADAL" clId="{11632BAE-72A1-4230-A35C-6889FA50FFB2}" dt="2025-10-27T05:47:40.227" v="914" actId="20577"/>
          <ac:spMkLst>
            <pc:docMk/>
            <pc:sldMk cId="1141409502" sldId="365"/>
            <ac:spMk id="110" creationId="{2DF7FC25-B1CF-53A1-6A8D-74281A7B994B}"/>
          </ac:spMkLst>
        </pc:spChg>
        <pc:picChg chg="mod">
          <ac:chgData name="MUHAMMAD IRFAN NABYL BIN MOHAMAD YAAKUB" userId="5f5f9c1a-70e9-4026-b845-667d53078a67" providerId="ADAL" clId="{11632BAE-72A1-4230-A35C-6889FA50FFB2}" dt="2025-10-27T05:41:36.215" v="885" actId="1076"/>
          <ac:picMkLst>
            <pc:docMk/>
            <pc:sldMk cId="1141409502" sldId="365"/>
            <ac:picMk id="5" creationId="{1C332666-9692-EB2D-29CE-B55A941CB306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5:51:07.899" v="964" actId="20577"/>
        <pc:sldMkLst>
          <pc:docMk/>
          <pc:sldMk cId="1841391453" sldId="366"/>
        </pc:sldMkLst>
        <pc:spChg chg="add del">
          <ac:chgData name="MUHAMMAD IRFAN NABYL BIN MOHAMAD YAAKUB" userId="5f5f9c1a-70e9-4026-b845-667d53078a67" providerId="ADAL" clId="{11632BAE-72A1-4230-A35C-6889FA50FFB2}" dt="2025-10-27T05:43:11.757" v="888" actId="22"/>
          <ac:spMkLst>
            <pc:docMk/>
            <pc:sldMk cId="1841391453" sldId="366"/>
            <ac:spMk id="3" creationId="{0630668B-9C59-89C2-DB46-4A7BF968C995}"/>
          </ac:spMkLst>
        </pc:spChg>
        <pc:spChg chg="mod">
          <ac:chgData name="MUHAMMAD IRFAN NABYL BIN MOHAMAD YAAKUB" userId="5f5f9c1a-70e9-4026-b845-667d53078a67" providerId="ADAL" clId="{11632BAE-72A1-4230-A35C-6889FA50FFB2}" dt="2025-10-27T05:51:07.899" v="964" actId="20577"/>
          <ac:spMkLst>
            <pc:docMk/>
            <pc:sldMk cId="1841391453" sldId="366"/>
            <ac:spMk id="6" creationId="{78B5286F-BF88-530D-6C9F-B3C46E24BC66}"/>
          </ac:spMkLst>
        </pc:spChg>
        <pc:spChg chg="mod">
          <ac:chgData name="MUHAMMAD IRFAN NABYL BIN MOHAMAD YAAKUB" userId="5f5f9c1a-70e9-4026-b845-667d53078a67" providerId="ADAL" clId="{11632BAE-72A1-4230-A35C-6889FA50FFB2}" dt="2025-10-27T05:43:31.097" v="892" actId="14"/>
          <ac:spMkLst>
            <pc:docMk/>
            <pc:sldMk cId="1841391453" sldId="366"/>
            <ac:spMk id="8" creationId="{7B3E1635-38F7-0062-7331-F724CD76459F}"/>
          </ac:spMkLst>
        </pc:spChg>
        <pc:spChg chg="mod">
          <ac:chgData name="MUHAMMAD IRFAN NABYL BIN MOHAMAD YAAKUB" userId="5f5f9c1a-70e9-4026-b845-667d53078a67" providerId="ADAL" clId="{11632BAE-72A1-4230-A35C-6889FA50FFB2}" dt="2025-10-27T05:47:37.776" v="913" actId="20577"/>
          <ac:spMkLst>
            <pc:docMk/>
            <pc:sldMk cId="1841391453" sldId="366"/>
            <ac:spMk id="110" creationId="{16283A97-38D4-05B1-FDD5-9FC2844916C2}"/>
          </ac:spMkLst>
        </pc:spChg>
        <pc:picChg chg="del">
          <ac:chgData name="MUHAMMAD IRFAN NABYL BIN MOHAMAD YAAKUB" userId="5f5f9c1a-70e9-4026-b845-667d53078a67" providerId="ADAL" clId="{11632BAE-72A1-4230-A35C-6889FA50FFB2}" dt="2025-10-27T05:43:56.824" v="896" actId="478"/>
          <ac:picMkLst>
            <pc:docMk/>
            <pc:sldMk cId="1841391453" sldId="366"/>
            <ac:picMk id="5" creationId="{3D7C38DE-193F-A045-CA75-B1BF8ADF6FF5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5:43:58.630" v="897" actId="1076"/>
          <ac:picMkLst>
            <pc:docMk/>
            <pc:sldMk cId="1841391453" sldId="366"/>
            <ac:picMk id="7" creationId="{CEA590B3-0206-F6C5-0A32-EE69E6903183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5:50:31.769" v="955" actId="20577"/>
        <pc:sldMkLst>
          <pc:docMk/>
          <pc:sldMk cId="4114433464" sldId="367"/>
        </pc:sldMkLst>
        <pc:spChg chg="mod">
          <ac:chgData name="MUHAMMAD IRFAN NABYL BIN MOHAMAD YAAKUB" userId="5f5f9c1a-70e9-4026-b845-667d53078a67" providerId="ADAL" clId="{11632BAE-72A1-4230-A35C-6889FA50FFB2}" dt="2025-10-27T05:50:31.769" v="955" actId="20577"/>
          <ac:spMkLst>
            <pc:docMk/>
            <pc:sldMk cId="4114433464" sldId="367"/>
            <ac:spMk id="6" creationId="{67A451FC-5598-3F19-9D1A-F688F7E5B9DB}"/>
          </ac:spMkLst>
        </pc:spChg>
        <pc:spChg chg="mod">
          <ac:chgData name="MUHAMMAD IRFAN NABYL BIN MOHAMAD YAAKUB" userId="5f5f9c1a-70e9-4026-b845-667d53078a67" providerId="ADAL" clId="{11632BAE-72A1-4230-A35C-6889FA50FFB2}" dt="2025-10-27T05:48:19.622" v="922" actId="15"/>
          <ac:spMkLst>
            <pc:docMk/>
            <pc:sldMk cId="4114433464" sldId="367"/>
            <ac:spMk id="8" creationId="{41A7B7EF-2127-210C-1522-905DF3EFC7E0}"/>
          </ac:spMkLst>
        </pc:spChg>
        <pc:spChg chg="mod">
          <ac:chgData name="MUHAMMAD IRFAN NABYL BIN MOHAMAD YAAKUB" userId="5f5f9c1a-70e9-4026-b845-667d53078a67" providerId="ADAL" clId="{11632BAE-72A1-4230-A35C-6889FA50FFB2}" dt="2025-10-27T05:47:35.109" v="912" actId="20577"/>
          <ac:spMkLst>
            <pc:docMk/>
            <pc:sldMk cId="4114433464" sldId="367"/>
            <ac:spMk id="110" creationId="{103018D0-CD63-D00C-B7B9-416EBD19DBDE}"/>
          </ac:spMkLst>
        </pc:spChg>
        <pc:picChg chg="add mod">
          <ac:chgData name="MUHAMMAD IRFAN NABYL BIN MOHAMAD YAAKUB" userId="5f5f9c1a-70e9-4026-b845-667d53078a67" providerId="ADAL" clId="{11632BAE-72A1-4230-A35C-6889FA50FFB2}" dt="2025-10-27T05:47:56.423" v="919" actId="1076"/>
          <ac:picMkLst>
            <pc:docMk/>
            <pc:sldMk cId="4114433464" sldId="367"/>
            <ac:picMk id="3" creationId="{5C18EF24-9CE1-6E96-C55B-1FA3284F6B3A}"/>
          </ac:picMkLst>
        </pc:picChg>
        <pc:picChg chg="del">
          <ac:chgData name="MUHAMMAD IRFAN NABYL BIN MOHAMAD YAAKUB" userId="5f5f9c1a-70e9-4026-b845-667d53078a67" providerId="ADAL" clId="{11632BAE-72A1-4230-A35C-6889FA50FFB2}" dt="2025-10-27T05:47:54.700" v="918" actId="478"/>
          <ac:picMkLst>
            <pc:docMk/>
            <pc:sldMk cId="4114433464" sldId="367"/>
            <ac:picMk id="7" creationId="{C2EC3ED0-700D-063B-52E0-761CDE495F85}"/>
          </ac:picMkLst>
        </pc:picChg>
      </pc:sldChg>
      <pc:sldChg chg="modSp add mod">
        <pc:chgData name="MUHAMMAD IRFAN NABYL BIN MOHAMAD YAAKUB" userId="5f5f9c1a-70e9-4026-b845-667d53078a67" providerId="ADAL" clId="{11632BAE-72A1-4230-A35C-6889FA50FFB2}" dt="2025-10-27T06:06:28.188" v="1121" actId="20577"/>
        <pc:sldMkLst>
          <pc:docMk/>
          <pc:sldMk cId="3994069135" sldId="368"/>
        </pc:sldMkLst>
        <pc:spChg chg="mod">
          <ac:chgData name="MUHAMMAD IRFAN NABYL BIN MOHAMAD YAAKUB" userId="5f5f9c1a-70e9-4026-b845-667d53078a67" providerId="ADAL" clId="{11632BAE-72A1-4230-A35C-6889FA50FFB2}" dt="2025-10-27T05:59:40.925" v="1045"/>
          <ac:spMkLst>
            <pc:docMk/>
            <pc:sldMk cId="3994069135" sldId="368"/>
            <ac:spMk id="110" creationId="{4AB2DF16-DB6E-9BA0-37DD-24EA65DD8F5C}"/>
          </ac:spMkLst>
        </pc:spChg>
        <pc:spChg chg="mod">
          <ac:chgData name="MUHAMMAD IRFAN NABYL BIN MOHAMAD YAAKUB" userId="5f5f9c1a-70e9-4026-b845-667d53078a67" providerId="ADAL" clId="{11632BAE-72A1-4230-A35C-6889FA50FFB2}" dt="2025-10-27T06:06:28.188" v="1121" actId="20577"/>
          <ac:spMkLst>
            <pc:docMk/>
            <pc:sldMk cId="3994069135" sldId="368"/>
            <ac:spMk id="111" creationId="{0D6366EE-7EE0-78B6-FEA6-F933400DA908}"/>
          </ac:spMkLst>
        </pc:spChg>
      </pc:sldChg>
      <pc:sldChg chg="addSp modSp add mod">
        <pc:chgData name="MUHAMMAD IRFAN NABYL BIN MOHAMAD YAAKUB" userId="5f5f9c1a-70e9-4026-b845-667d53078a67" providerId="ADAL" clId="{11632BAE-72A1-4230-A35C-6889FA50FFB2}" dt="2025-10-27T06:14:54.235" v="1281" actId="1076"/>
        <pc:sldMkLst>
          <pc:docMk/>
          <pc:sldMk cId="2499574011" sldId="369"/>
        </pc:sldMkLst>
        <pc:spChg chg="mod">
          <ac:chgData name="MUHAMMAD IRFAN NABYL BIN MOHAMAD YAAKUB" userId="5f5f9c1a-70e9-4026-b845-667d53078a67" providerId="ADAL" clId="{11632BAE-72A1-4230-A35C-6889FA50FFB2}" dt="2025-10-27T06:07:35.339" v="1128" actId="20577"/>
          <ac:spMkLst>
            <pc:docMk/>
            <pc:sldMk cId="2499574011" sldId="369"/>
            <ac:spMk id="110" creationId="{62A36E09-4338-8E97-1A77-2A697B914C22}"/>
          </ac:spMkLst>
        </pc:spChg>
        <pc:spChg chg="mod">
          <ac:chgData name="MUHAMMAD IRFAN NABYL BIN MOHAMAD YAAKUB" userId="5f5f9c1a-70e9-4026-b845-667d53078a67" providerId="ADAL" clId="{11632BAE-72A1-4230-A35C-6889FA50FFB2}" dt="2025-10-27T06:12:39.741" v="1249" actId="20577"/>
          <ac:spMkLst>
            <pc:docMk/>
            <pc:sldMk cId="2499574011" sldId="369"/>
            <ac:spMk id="111" creationId="{7408A937-6242-6222-BF9E-A0F7870C95AE}"/>
          </ac:spMkLst>
        </pc:spChg>
        <pc:picChg chg="add mod">
          <ac:chgData name="MUHAMMAD IRFAN NABYL BIN MOHAMAD YAAKUB" userId="5f5f9c1a-70e9-4026-b845-667d53078a67" providerId="ADAL" clId="{11632BAE-72A1-4230-A35C-6889FA50FFB2}" dt="2025-10-27T06:14:54.235" v="1281" actId="1076"/>
          <ac:picMkLst>
            <pc:docMk/>
            <pc:sldMk cId="2499574011" sldId="369"/>
            <ac:picMk id="2" creationId="{5C61CD04-BCF9-0DB6-AD58-3A0A22E79E8D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6:37:26.085" v="1625" actId="1076"/>
        <pc:sldMkLst>
          <pc:docMk/>
          <pc:sldMk cId="3741566476" sldId="370"/>
        </pc:sldMkLst>
        <pc:spChg chg="mod">
          <ac:chgData name="MUHAMMAD IRFAN NABYL BIN MOHAMAD YAAKUB" userId="5f5f9c1a-70e9-4026-b845-667d53078a67" providerId="ADAL" clId="{11632BAE-72A1-4230-A35C-6889FA50FFB2}" dt="2025-10-27T06:13:31.057" v="1258" actId="20577"/>
          <ac:spMkLst>
            <pc:docMk/>
            <pc:sldMk cId="3741566476" sldId="370"/>
            <ac:spMk id="110" creationId="{3A06874B-307D-6CD3-0F60-AE716BDFFC93}"/>
          </ac:spMkLst>
        </pc:spChg>
        <pc:spChg chg="mod">
          <ac:chgData name="MUHAMMAD IRFAN NABYL BIN MOHAMAD YAAKUB" userId="5f5f9c1a-70e9-4026-b845-667d53078a67" providerId="ADAL" clId="{11632BAE-72A1-4230-A35C-6889FA50FFB2}" dt="2025-10-27T06:34:28.160" v="1601" actId="6549"/>
          <ac:spMkLst>
            <pc:docMk/>
            <pc:sldMk cId="3741566476" sldId="370"/>
            <ac:spMk id="111" creationId="{2F99EB32-E459-6117-54E6-60F1DF2D6DD9}"/>
          </ac:spMkLst>
        </pc:spChg>
        <pc:picChg chg="del">
          <ac:chgData name="MUHAMMAD IRFAN NABYL BIN MOHAMAD YAAKUB" userId="5f5f9c1a-70e9-4026-b845-667d53078a67" providerId="ADAL" clId="{11632BAE-72A1-4230-A35C-6889FA50FFB2}" dt="2025-10-27T06:14:44.654" v="1279" actId="478"/>
          <ac:picMkLst>
            <pc:docMk/>
            <pc:sldMk cId="3741566476" sldId="370"/>
            <ac:picMk id="2" creationId="{B35E61E9-5172-41FE-D3B4-060288C46271}"/>
          </ac:picMkLst>
        </pc:picChg>
        <pc:picChg chg="add del mod">
          <ac:chgData name="MUHAMMAD IRFAN NABYL BIN MOHAMAD YAAKUB" userId="5f5f9c1a-70e9-4026-b845-667d53078a67" providerId="ADAL" clId="{11632BAE-72A1-4230-A35C-6889FA50FFB2}" dt="2025-10-27T06:33:12.812" v="1592" actId="478"/>
          <ac:picMkLst>
            <pc:docMk/>
            <pc:sldMk cId="3741566476" sldId="370"/>
            <ac:picMk id="4" creationId="{1573D5A8-528F-90C8-B34C-7E1297FB60F8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6:37:26.085" v="1625" actId="1076"/>
          <ac:picMkLst>
            <pc:docMk/>
            <pc:sldMk cId="3741566476" sldId="370"/>
            <ac:picMk id="6" creationId="{B4B3DBF2-BE39-3563-CC69-1BD77BF10BF9}"/>
          </ac:picMkLst>
        </pc:picChg>
      </pc:sldChg>
      <pc:sldChg chg="addSp delSp modSp add mod">
        <pc:chgData name="MUHAMMAD IRFAN NABYL BIN MOHAMAD YAAKUB" userId="5f5f9c1a-70e9-4026-b845-667d53078a67" providerId="ADAL" clId="{11632BAE-72A1-4230-A35C-6889FA50FFB2}" dt="2025-10-27T07:02:21.421" v="2024" actId="13926"/>
        <pc:sldMkLst>
          <pc:docMk/>
          <pc:sldMk cId="198941749" sldId="371"/>
        </pc:sldMkLst>
        <pc:spChg chg="add del mod">
          <ac:chgData name="MUHAMMAD IRFAN NABYL BIN MOHAMAD YAAKUB" userId="5f5f9c1a-70e9-4026-b845-667d53078a67" providerId="ADAL" clId="{11632BAE-72A1-4230-A35C-6889FA50FFB2}" dt="2025-10-27T06:56:07.360" v="1929" actId="478"/>
          <ac:spMkLst>
            <pc:docMk/>
            <pc:sldMk cId="198941749" sldId="371"/>
            <ac:spMk id="3" creationId="{B5D160BF-1B4B-192F-0D05-87BC572B6B3A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5:48.762" v="1923" actId="478"/>
          <ac:spMkLst>
            <pc:docMk/>
            <pc:sldMk cId="198941749" sldId="371"/>
            <ac:spMk id="4" creationId="{FFCB3E24-E448-825B-7EF5-F710FD1ACF3B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5:49.627" v="1924" actId="478"/>
          <ac:spMkLst>
            <pc:docMk/>
            <pc:sldMk cId="198941749" sldId="371"/>
            <ac:spMk id="5" creationId="{91F876B1-33F5-92F7-C424-E855EDD3F8D6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6:09.841" v="1931" actId="478"/>
          <ac:spMkLst>
            <pc:docMk/>
            <pc:sldMk cId="198941749" sldId="371"/>
            <ac:spMk id="7" creationId="{442A712C-C904-8D9C-8747-607A79EC018A}"/>
          </ac:spMkLst>
        </pc:spChg>
        <pc:spChg chg="add mod ord">
          <ac:chgData name="MUHAMMAD IRFAN NABYL BIN MOHAMAD YAAKUB" userId="5f5f9c1a-70e9-4026-b845-667d53078a67" providerId="ADAL" clId="{11632BAE-72A1-4230-A35C-6889FA50FFB2}" dt="2025-10-27T07:02:21.421" v="2024" actId="13926"/>
          <ac:spMkLst>
            <pc:docMk/>
            <pc:sldMk cId="198941749" sldId="371"/>
            <ac:spMk id="8" creationId="{E025C083-4536-6ED4-6843-662343E7D1E4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6:08.861" v="1930" actId="478"/>
          <ac:spMkLst>
            <pc:docMk/>
            <pc:sldMk cId="198941749" sldId="371"/>
            <ac:spMk id="10" creationId="{53B8A92F-3C61-99CB-2E88-813C1D34533C}"/>
          </ac:spMkLst>
        </pc:spChg>
        <pc:spChg chg="mod">
          <ac:chgData name="MUHAMMAD IRFAN NABYL BIN MOHAMAD YAAKUB" userId="5f5f9c1a-70e9-4026-b845-667d53078a67" providerId="ADAL" clId="{11632BAE-72A1-4230-A35C-6889FA50FFB2}" dt="2025-10-27T06:56:16.342" v="1937" actId="20577"/>
          <ac:spMkLst>
            <pc:docMk/>
            <pc:sldMk cId="198941749" sldId="371"/>
            <ac:spMk id="110" creationId="{C81E64F8-A9B9-8519-3766-7BAEDA8A3B66}"/>
          </ac:spMkLst>
        </pc:spChg>
        <pc:spChg chg="del">
          <ac:chgData name="MUHAMMAD IRFAN NABYL BIN MOHAMAD YAAKUB" userId="5f5f9c1a-70e9-4026-b845-667d53078a67" providerId="ADAL" clId="{11632BAE-72A1-4230-A35C-6889FA50FFB2}" dt="2025-10-27T06:37:21.202" v="1624" actId="478"/>
          <ac:spMkLst>
            <pc:docMk/>
            <pc:sldMk cId="198941749" sldId="371"/>
            <ac:spMk id="111" creationId="{F9E3B464-DAAB-2337-DC5D-830E0BD0A656}"/>
          </ac:spMkLst>
        </pc:spChg>
        <pc:picChg chg="del">
          <ac:chgData name="MUHAMMAD IRFAN NABYL BIN MOHAMAD YAAKUB" userId="5f5f9c1a-70e9-4026-b845-667d53078a67" providerId="ADAL" clId="{11632BAE-72A1-4230-A35C-6889FA50FFB2}" dt="2025-10-27T06:37:19.197" v="1623" actId="478"/>
          <ac:picMkLst>
            <pc:docMk/>
            <pc:sldMk cId="198941749" sldId="371"/>
            <ac:picMk id="6" creationId="{4B788906-8E13-7BC0-9081-D5525DC4CFE0}"/>
          </ac:picMkLst>
        </pc:picChg>
      </pc:sldChg>
      <pc:sldChg chg="modSp add mod modTransition">
        <pc:chgData name="MUHAMMAD IRFAN NABYL BIN MOHAMAD YAAKUB" userId="5f5f9c1a-70e9-4026-b845-667d53078a67" providerId="ADAL" clId="{11632BAE-72A1-4230-A35C-6889FA50FFB2}" dt="2025-10-27T07:00:05.677" v="2003" actId="20577"/>
        <pc:sldMkLst>
          <pc:docMk/>
          <pc:sldMk cId="414364000" sldId="372"/>
        </pc:sldMkLst>
        <pc:spChg chg="mod">
          <ac:chgData name="MUHAMMAD IRFAN NABYL BIN MOHAMAD YAAKUB" userId="5f5f9c1a-70e9-4026-b845-667d53078a67" providerId="ADAL" clId="{11632BAE-72A1-4230-A35C-6889FA50FFB2}" dt="2025-10-27T06:59:41.037" v="1996" actId="20577"/>
          <ac:spMkLst>
            <pc:docMk/>
            <pc:sldMk cId="414364000" sldId="372"/>
            <ac:spMk id="8" creationId="{216486E4-A5BC-154F-43F6-4B4F02161D7D}"/>
          </ac:spMkLst>
        </pc:spChg>
        <pc:spChg chg="mod">
          <ac:chgData name="MUHAMMAD IRFAN NABYL BIN MOHAMAD YAAKUB" userId="5f5f9c1a-70e9-4026-b845-667d53078a67" providerId="ADAL" clId="{11632BAE-72A1-4230-A35C-6889FA50FFB2}" dt="2025-10-27T07:00:05.677" v="2003" actId="20577"/>
          <ac:spMkLst>
            <pc:docMk/>
            <pc:sldMk cId="414364000" sldId="372"/>
            <ac:spMk id="110" creationId="{A74E70C3-8777-00DA-FFB1-268F2823AD02}"/>
          </ac:spMkLst>
        </pc:spChg>
      </pc:sldChg>
      <pc:sldChg chg="addSp delSp modSp add del mod">
        <pc:chgData name="MUHAMMAD IRFAN NABYL BIN MOHAMAD YAAKUB" userId="5f5f9c1a-70e9-4026-b845-667d53078a67" providerId="ADAL" clId="{11632BAE-72A1-4230-A35C-6889FA50FFB2}" dt="2025-10-27T06:56:19.207" v="1938" actId="47"/>
        <pc:sldMkLst>
          <pc:docMk/>
          <pc:sldMk cId="3014629095" sldId="372"/>
        </pc:sldMkLst>
        <pc:spChg chg="add del mod">
          <ac:chgData name="MUHAMMAD IRFAN NABYL BIN MOHAMAD YAAKUB" userId="5f5f9c1a-70e9-4026-b845-667d53078a67" providerId="ADAL" clId="{11632BAE-72A1-4230-A35C-6889FA50FFB2}" dt="2025-10-27T06:46:59.447" v="1764" actId="478"/>
          <ac:spMkLst>
            <pc:docMk/>
            <pc:sldMk cId="3014629095" sldId="372"/>
            <ac:spMk id="2" creationId="{BA7A91AF-52DE-A67E-0D88-E77F595E8FDD}"/>
          </ac:spMkLst>
        </pc:spChg>
        <pc:spChg chg="mod">
          <ac:chgData name="MUHAMMAD IRFAN NABYL BIN MOHAMAD YAAKUB" userId="5f5f9c1a-70e9-4026-b845-667d53078a67" providerId="ADAL" clId="{11632BAE-72A1-4230-A35C-6889FA50FFB2}" dt="2025-10-27T06:51:55.086" v="1869" actId="20577"/>
          <ac:spMkLst>
            <pc:docMk/>
            <pc:sldMk cId="3014629095" sldId="372"/>
            <ac:spMk id="3" creationId="{F25D0555-7E77-10C8-F308-B2ADB254F6A2}"/>
          </ac:spMkLst>
        </pc:spChg>
        <pc:spChg chg="mod">
          <ac:chgData name="MUHAMMAD IRFAN NABYL BIN MOHAMAD YAAKUB" userId="5f5f9c1a-70e9-4026-b845-667d53078a67" providerId="ADAL" clId="{11632BAE-72A1-4230-A35C-6889FA50FFB2}" dt="2025-10-27T06:48:41.625" v="1785" actId="1076"/>
          <ac:spMkLst>
            <pc:docMk/>
            <pc:sldMk cId="3014629095" sldId="372"/>
            <ac:spMk id="4" creationId="{9ABECF15-6668-3F7F-D2EE-CD694E3E0A00}"/>
          </ac:spMkLst>
        </pc:spChg>
        <pc:spChg chg="del">
          <ac:chgData name="MUHAMMAD IRFAN NABYL BIN MOHAMAD YAAKUB" userId="5f5f9c1a-70e9-4026-b845-667d53078a67" providerId="ADAL" clId="{11632BAE-72A1-4230-A35C-6889FA50FFB2}" dt="2025-10-27T06:46:01.790" v="1728" actId="478"/>
          <ac:spMkLst>
            <pc:docMk/>
            <pc:sldMk cId="3014629095" sldId="372"/>
            <ac:spMk id="5" creationId="{9B02C7D4-DC25-3C12-F2A8-438D0EC4EBC5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47:14.225" v="1768" actId="478"/>
          <ac:spMkLst>
            <pc:docMk/>
            <pc:sldMk cId="3014629095" sldId="372"/>
            <ac:spMk id="6" creationId="{C0C14755-9D2F-F4AF-3ACA-6A1380647654}"/>
          </ac:spMkLst>
        </pc:spChg>
        <pc:spChg chg="del mod">
          <ac:chgData name="MUHAMMAD IRFAN NABYL BIN MOHAMAD YAAKUB" userId="5f5f9c1a-70e9-4026-b845-667d53078a67" providerId="ADAL" clId="{11632BAE-72A1-4230-A35C-6889FA50FFB2}" dt="2025-10-27T06:46:33.772" v="1761" actId="478"/>
          <ac:spMkLst>
            <pc:docMk/>
            <pc:sldMk cId="3014629095" sldId="372"/>
            <ac:spMk id="7" creationId="{6028FB4C-264B-8902-D8F4-B2EDF8BFEF9D}"/>
          </ac:spMkLst>
        </pc:spChg>
        <pc:spChg chg="add mod">
          <ac:chgData name="MUHAMMAD IRFAN NABYL BIN MOHAMAD YAAKUB" userId="5f5f9c1a-70e9-4026-b845-667d53078a67" providerId="ADAL" clId="{11632BAE-72A1-4230-A35C-6889FA50FFB2}" dt="2025-10-27T06:47:57.181" v="1777"/>
          <ac:spMkLst>
            <pc:docMk/>
            <pc:sldMk cId="3014629095" sldId="372"/>
            <ac:spMk id="8" creationId="{7C9DD566-91F4-628D-D814-CB320726AE14}"/>
          </ac:spMkLst>
        </pc:spChg>
        <pc:spChg chg="add mod">
          <ac:chgData name="MUHAMMAD IRFAN NABYL BIN MOHAMAD YAAKUB" userId="5f5f9c1a-70e9-4026-b845-667d53078a67" providerId="ADAL" clId="{11632BAE-72A1-4230-A35C-6889FA50FFB2}" dt="2025-10-27T06:47:57.181" v="1777"/>
          <ac:spMkLst>
            <pc:docMk/>
            <pc:sldMk cId="3014629095" sldId="372"/>
            <ac:spMk id="9" creationId="{CDF7980A-144B-E6E0-369A-9358029E42EF}"/>
          </ac:spMkLst>
        </pc:spChg>
        <pc:spChg chg="add mod">
          <ac:chgData name="MUHAMMAD IRFAN NABYL BIN MOHAMAD YAAKUB" userId="5f5f9c1a-70e9-4026-b845-667d53078a67" providerId="ADAL" clId="{11632BAE-72A1-4230-A35C-6889FA50FFB2}" dt="2025-10-27T06:51:57.765" v="1871" actId="20577"/>
          <ac:spMkLst>
            <pc:docMk/>
            <pc:sldMk cId="3014629095" sldId="372"/>
            <ac:spMk id="10" creationId="{7F7AE7F5-2AFD-5FE4-9504-9CD010B996AD}"/>
          </ac:spMkLst>
        </pc:spChg>
        <pc:spChg chg="add mod">
          <ac:chgData name="MUHAMMAD IRFAN NABYL BIN MOHAMAD YAAKUB" userId="5f5f9c1a-70e9-4026-b845-667d53078a67" providerId="ADAL" clId="{11632BAE-72A1-4230-A35C-6889FA50FFB2}" dt="2025-10-27T06:48:46.091" v="1786" actId="1076"/>
          <ac:spMkLst>
            <pc:docMk/>
            <pc:sldMk cId="3014629095" sldId="372"/>
            <ac:spMk id="11" creationId="{86812635-6D31-F9D0-19FA-6CCE31EEDC9B}"/>
          </ac:spMkLst>
        </pc:spChg>
        <pc:spChg chg="mod">
          <ac:chgData name="MUHAMMAD IRFAN NABYL BIN MOHAMAD YAAKUB" userId="5f5f9c1a-70e9-4026-b845-667d53078a67" providerId="ADAL" clId="{11632BAE-72A1-4230-A35C-6889FA50FFB2}" dt="2025-10-27T06:54:50.296" v="1918" actId="20577"/>
          <ac:spMkLst>
            <pc:docMk/>
            <pc:sldMk cId="3014629095" sldId="372"/>
            <ac:spMk id="110" creationId="{AAB6110F-1699-826B-682C-A215A759C3C6}"/>
          </ac:spMkLst>
        </pc:spChg>
      </pc:sldChg>
      <pc:sldChg chg="addSp delSp modSp add mod">
        <pc:chgData name="MUHAMMAD IRFAN NABYL BIN MOHAMAD YAAKUB" userId="5f5f9c1a-70e9-4026-b845-667d53078a67" providerId="ADAL" clId="{11632BAE-72A1-4230-A35C-6889FA50FFB2}" dt="2025-10-27T07:00:19.258" v="2014" actId="14100"/>
        <pc:sldMkLst>
          <pc:docMk/>
          <pc:sldMk cId="2707319166" sldId="373"/>
        </pc:sldMkLst>
        <pc:spChg chg="del">
          <ac:chgData name="MUHAMMAD IRFAN NABYL BIN MOHAMAD YAAKUB" userId="5f5f9c1a-70e9-4026-b845-667d53078a67" providerId="ADAL" clId="{11632BAE-72A1-4230-A35C-6889FA50FFB2}" dt="2025-10-27T07:00:11.362" v="2010" actId="478"/>
          <ac:spMkLst>
            <pc:docMk/>
            <pc:sldMk cId="2707319166" sldId="373"/>
            <ac:spMk id="8" creationId="{4BDAB84D-E5C6-A7CE-0FF8-4BF76C109EF2}"/>
          </ac:spMkLst>
        </pc:spChg>
        <pc:spChg chg="mod">
          <ac:chgData name="MUHAMMAD IRFAN NABYL BIN MOHAMAD YAAKUB" userId="5f5f9c1a-70e9-4026-b845-667d53078a67" providerId="ADAL" clId="{11632BAE-72A1-4230-A35C-6889FA50FFB2}" dt="2025-10-27T07:00:09.488" v="2009" actId="20577"/>
          <ac:spMkLst>
            <pc:docMk/>
            <pc:sldMk cId="2707319166" sldId="373"/>
            <ac:spMk id="110" creationId="{5E6C8294-704A-3778-8965-0B1B9B00683C}"/>
          </ac:spMkLst>
        </pc:spChg>
        <pc:picChg chg="add mod">
          <ac:chgData name="MUHAMMAD IRFAN NABYL BIN MOHAMAD YAAKUB" userId="5f5f9c1a-70e9-4026-b845-667d53078a67" providerId="ADAL" clId="{11632BAE-72A1-4230-A35C-6889FA50FFB2}" dt="2025-10-27T07:00:19.258" v="2014" actId="14100"/>
          <ac:picMkLst>
            <pc:docMk/>
            <pc:sldMk cId="2707319166" sldId="373"/>
            <ac:picMk id="3" creationId="{CF85C90F-B821-CA2A-14D7-F8633CC38C55}"/>
          </ac:picMkLst>
        </pc:picChg>
      </pc:sldChg>
      <pc:sldChg chg="addSp delSp modSp add del mod">
        <pc:chgData name="MUHAMMAD IRFAN NABYL BIN MOHAMAD YAAKUB" userId="5f5f9c1a-70e9-4026-b845-667d53078a67" providerId="ADAL" clId="{11632BAE-72A1-4230-A35C-6889FA50FFB2}" dt="2025-10-27T06:56:19.207" v="1938" actId="47"/>
        <pc:sldMkLst>
          <pc:docMk/>
          <pc:sldMk cId="3783186236" sldId="373"/>
        </pc:sldMkLst>
        <pc:spChg chg="mod">
          <ac:chgData name="MUHAMMAD IRFAN NABYL BIN MOHAMAD YAAKUB" userId="5f5f9c1a-70e9-4026-b845-667d53078a67" providerId="ADAL" clId="{11632BAE-72A1-4230-A35C-6889FA50FFB2}" dt="2025-10-27T06:52:02.085" v="1877" actId="20577"/>
          <ac:spMkLst>
            <pc:docMk/>
            <pc:sldMk cId="3783186236" sldId="373"/>
            <ac:spMk id="3" creationId="{9C5EFFD3-9B78-AB56-F705-E61B22590CCC}"/>
          </ac:spMkLst>
        </pc:spChg>
        <pc:spChg chg="del">
          <ac:chgData name="MUHAMMAD IRFAN NABYL BIN MOHAMAD YAAKUB" userId="5f5f9c1a-70e9-4026-b845-667d53078a67" providerId="ADAL" clId="{11632BAE-72A1-4230-A35C-6889FA50FFB2}" dt="2025-10-27T06:50:18.419" v="1796" actId="478"/>
          <ac:spMkLst>
            <pc:docMk/>
            <pc:sldMk cId="3783186236" sldId="373"/>
            <ac:spMk id="4" creationId="{5B607107-7D3C-DC05-7DF0-164770F8FEA2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3:57.008" v="1902" actId="478"/>
          <ac:spMkLst>
            <pc:docMk/>
            <pc:sldMk cId="3783186236" sldId="373"/>
            <ac:spMk id="10" creationId="{9F8F0174-3F87-CA4F-3750-D7C78A80C9B8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3:57.486" v="1903" actId="6549"/>
          <ac:spMkLst>
            <pc:docMk/>
            <pc:sldMk cId="3783186236" sldId="373"/>
            <ac:spMk id="11" creationId="{A6549F3D-25AE-8748-B2FE-525F4F8FFAC8}"/>
          </ac:spMkLst>
        </pc:spChg>
        <pc:spChg chg="mod">
          <ac:chgData name="MUHAMMAD IRFAN NABYL BIN MOHAMAD YAAKUB" userId="5f5f9c1a-70e9-4026-b845-667d53078a67" providerId="ADAL" clId="{11632BAE-72A1-4230-A35C-6889FA50FFB2}" dt="2025-10-27T06:54:52.120" v="1919" actId="20577"/>
          <ac:spMkLst>
            <pc:docMk/>
            <pc:sldMk cId="3783186236" sldId="373"/>
            <ac:spMk id="110" creationId="{776BB386-39F6-FAC6-2EA1-7BA7BAD948DD}"/>
          </ac:spMkLst>
        </pc:spChg>
        <pc:picChg chg="add del mod">
          <ac:chgData name="MUHAMMAD IRFAN NABYL BIN MOHAMAD YAAKUB" userId="5f5f9c1a-70e9-4026-b845-667d53078a67" providerId="ADAL" clId="{11632BAE-72A1-4230-A35C-6889FA50FFB2}" dt="2025-10-27T06:54:13.371" v="1909" actId="1076"/>
          <ac:picMkLst>
            <pc:docMk/>
            <pc:sldMk cId="3783186236" sldId="373"/>
            <ac:picMk id="5" creationId="{9E3B28E9-E329-1BF3-8A82-B4D876163D22}"/>
          </ac:picMkLst>
        </pc:picChg>
        <pc:picChg chg="add mod">
          <ac:chgData name="MUHAMMAD IRFAN NABYL BIN MOHAMAD YAAKUB" userId="5f5f9c1a-70e9-4026-b845-667d53078a67" providerId="ADAL" clId="{11632BAE-72A1-4230-A35C-6889FA50FFB2}" dt="2025-10-27T06:54:07.654" v="1906" actId="571"/>
          <ac:picMkLst>
            <pc:docMk/>
            <pc:sldMk cId="3783186236" sldId="373"/>
            <ac:picMk id="6" creationId="{7D29CBAB-01EB-1A5C-26BD-EBC80D09E0EE}"/>
          </ac:picMkLst>
        </pc:picChg>
      </pc:sldChg>
      <pc:sldChg chg="addSp delSp modSp add del mod">
        <pc:chgData name="MUHAMMAD IRFAN NABYL BIN MOHAMAD YAAKUB" userId="5f5f9c1a-70e9-4026-b845-667d53078a67" providerId="ADAL" clId="{11632BAE-72A1-4230-A35C-6889FA50FFB2}" dt="2025-10-27T06:56:19.207" v="1938" actId="47"/>
        <pc:sldMkLst>
          <pc:docMk/>
          <pc:sldMk cId="2461809910" sldId="374"/>
        </pc:sldMkLst>
        <pc:spChg chg="del">
          <ac:chgData name="MUHAMMAD IRFAN NABYL BIN MOHAMAD YAAKUB" userId="5f5f9c1a-70e9-4026-b845-667d53078a67" providerId="ADAL" clId="{11632BAE-72A1-4230-A35C-6889FA50FFB2}" dt="2025-10-27T06:54:26.488" v="1913" actId="478"/>
          <ac:spMkLst>
            <pc:docMk/>
            <pc:sldMk cId="2461809910" sldId="374"/>
            <ac:spMk id="3" creationId="{BC6F2548-6940-F53E-E841-358B1F2BD625}"/>
          </ac:spMkLst>
        </pc:spChg>
        <pc:spChg chg="add del mod">
          <ac:chgData name="MUHAMMAD IRFAN NABYL BIN MOHAMAD YAAKUB" userId="5f5f9c1a-70e9-4026-b845-667d53078a67" providerId="ADAL" clId="{11632BAE-72A1-4230-A35C-6889FA50FFB2}" dt="2025-10-27T06:54:28.123" v="1914" actId="478"/>
          <ac:spMkLst>
            <pc:docMk/>
            <pc:sldMk cId="2461809910" sldId="374"/>
            <ac:spMk id="7" creationId="{CA0BB2EE-BA66-C9C4-B0CF-BA784349367F}"/>
          </ac:spMkLst>
        </pc:spChg>
        <pc:spChg chg="del">
          <ac:chgData name="MUHAMMAD IRFAN NABYL BIN MOHAMAD YAAKUB" userId="5f5f9c1a-70e9-4026-b845-667d53078a67" providerId="ADAL" clId="{11632BAE-72A1-4230-A35C-6889FA50FFB2}" dt="2025-10-27T06:54:29.202" v="1915" actId="478"/>
          <ac:spMkLst>
            <pc:docMk/>
            <pc:sldMk cId="2461809910" sldId="374"/>
            <ac:spMk id="10" creationId="{21207BB0-B2BE-BE49-3C8A-3244F60BF712}"/>
          </ac:spMkLst>
        </pc:spChg>
        <pc:spChg chg="del mod">
          <ac:chgData name="MUHAMMAD IRFAN NABYL BIN MOHAMAD YAAKUB" userId="5f5f9c1a-70e9-4026-b845-667d53078a67" providerId="ADAL" clId="{11632BAE-72A1-4230-A35C-6889FA50FFB2}" dt="2025-10-27T06:54:21.328" v="1911" actId="478"/>
          <ac:spMkLst>
            <pc:docMk/>
            <pc:sldMk cId="2461809910" sldId="374"/>
            <ac:spMk id="11" creationId="{6C999A5F-56BE-693A-CF93-FE999FF20C96}"/>
          </ac:spMkLst>
        </pc:spChg>
        <pc:spChg chg="mod">
          <ac:chgData name="MUHAMMAD IRFAN NABYL BIN MOHAMAD YAAKUB" userId="5f5f9c1a-70e9-4026-b845-667d53078a67" providerId="ADAL" clId="{11632BAE-72A1-4230-A35C-6889FA50FFB2}" dt="2025-10-27T06:54:53.577" v="1920" actId="20577"/>
          <ac:spMkLst>
            <pc:docMk/>
            <pc:sldMk cId="2461809910" sldId="374"/>
            <ac:spMk id="110" creationId="{1583CE90-ADF8-B7F6-1243-4BEC04801500}"/>
          </ac:spMkLst>
        </pc:spChg>
        <pc:picChg chg="add mod ord">
          <ac:chgData name="MUHAMMAD IRFAN NABYL BIN MOHAMAD YAAKUB" userId="5f5f9c1a-70e9-4026-b845-667d53078a67" providerId="ADAL" clId="{11632BAE-72A1-4230-A35C-6889FA50FFB2}" dt="2025-10-27T06:54:55.537" v="1922" actId="1076"/>
          <ac:picMkLst>
            <pc:docMk/>
            <pc:sldMk cId="2461809910" sldId="374"/>
            <ac:picMk id="4" creationId="{3CC50616-9CA7-4EE6-DCA4-A1B4334078EE}"/>
          </ac:picMkLst>
        </pc:picChg>
        <pc:picChg chg="add del">
          <ac:chgData name="MUHAMMAD IRFAN NABYL BIN MOHAMAD YAAKUB" userId="5f5f9c1a-70e9-4026-b845-667d53078a67" providerId="ADAL" clId="{11632BAE-72A1-4230-A35C-6889FA50FFB2}" dt="2025-10-27T06:53:08.090" v="1894" actId="478"/>
          <ac:picMkLst>
            <pc:docMk/>
            <pc:sldMk cId="2461809910" sldId="374"/>
            <ac:picMk id="5" creationId="{0AF60B93-D515-1A0D-827E-77DFC7B8C6C6}"/>
          </ac:picMkLst>
        </pc:picChg>
      </pc:sldChg>
      <pc:sldChg chg="delSp modSp add mod">
        <pc:chgData name="MUHAMMAD IRFAN NABYL BIN MOHAMAD YAAKUB" userId="5f5f9c1a-70e9-4026-b845-667d53078a67" providerId="ADAL" clId="{11632BAE-72A1-4230-A35C-6889FA50FFB2}" dt="2025-10-27T07:01:35.198" v="2022" actId="478"/>
        <pc:sldMkLst>
          <pc:docMk/>
          <pc:sldMk cId="3298209503" sldId="374"/>
        </pc:sldMkLst>
        <pc:spChg chg="del mod">
          <ac:chgData name="MUHAMMAD IRFAN NABYL BIN MOHAMAD YAAKUB" userId="5f5f9c1a-70e9-4026-b845-667d53078a67" providerId="ADAL" clId="{11632BAE-72A1-4230-A35C-6889FA50FFB2}" dt="2025-10-27T07:01:35.198" v="2022" actId="478"/>
          <ac:spMkLst>
            <pc:docMk/>
            <pc:sldMk cId="3298209503" sldId="374"/>
            <ac:spMk id="8" creationId="{6F8FABA8-5A7E-CBD2-C589-E4A4E8358588}"/>
          </ac:spMkLst>
        </pc:spChg>
      </pc:sldChg>
      <pc:sldChg chg="del">
        <pc:chgData name="MUHAMMAD IRFAN NABYL BIN MOHAMAD YAAKUB" userId="5f5f9c1a-70e9-4026-b845-667d53078a67" providerId="ADAL" clId="{11632BAE-72A1-4230-A35C-6889FA50FFB2}" dt="2025-10-28T07:16:54.341" v="2155" actId="2696"/>
        <pc:sldMkLst>
          <pc:docMk/>
          <pc:sldMk cId="1330201706" sldId="408"/>
        </pc:sldMkLst>
      </pc:sldChg>
      <pc:sldChg chg="add">
        <pc:chgData name="MUHAMMAD IRFAN NABYL BIN MOHAMAD YAAKUB" userId="5f5f9c1a-70e9-4026-b845-667d53078a67" providerId="ADAL" clId="{11632BAE-72A1-4230-A35C-6889FA50FFB2}" dt="2025-10-28T07:17:05.588" v="2156"/>
        <pc:sldMkLst>
          <pc:docMk/>
          <pc:sldMk cId="1614323497" sldId="408"/>
        </pc:sldMkLst>
      </pc:sldChg>
      <pc:sldChg chg="add">
        <pc:chgData name="MUHAMMAD IRFAN NABYL BIN MOHAMAD YAAKUB" userId="5f5f9c1a-70e9-4026-b845-667d53078a67" providerId="ADAL" clId="{11632BAE-72A1-4230-A35C-6889FA50FFB2}" dt="2025-10-28T07:17:05.588" v="2156"/>
        <pc:sldMkLst>
          <pc:docMk/>
          <pc:sldMk cId="2262657004" sldId="433"/>
        </pc:sldMkLst>
      </pc:sldChg>
      <pc:sldChg chg="modSp del mod">
        <pc:chgData name="MUHAMMAD IRFAN NABYL BIN MOHAMAD YAAKUB" userId="5f5f9c1a-70e9-4026-b845-667d53078a67" providerId="ADAL" clId="{11632BAE-72A1-4230-A35C-6889FA50FFB2}" dt="2025-10-28T07:16:54.341" v="2155" actId="2696"/>
        <pc:sldMkLst>
          <pc:docMk/>
          <pc:sldMk cId="3400175126" sldId="433"/>
        </pc:sldMkLst>
        <pc:spChg chg="mod">
          <ac:chgData name="MUHAMMAD IRFAN NABYL BIN MOHAMAD YAAKUB" userId="5f5f9c1a-70e9-4026-b845-667d53078a67" providerId="ADAL" clId="{11632BAE-72A1-4230-A35C-6889FA50FFB2}" dt="2025-10-28T06:51:02.875" v="2154" actId="20577"/>
          <ac:spMkLst>
            <pc:docMk/>
            <pc:sldMk cId="3400175126" sldId="433"/>
            <ac:spMk id="111" creationId="{2E97B40B-7E3C-FBFF-D8E4-3183F8417322}"/>
          </ac:spMkLst>
        </pc:spChg>
      </pc:sldChg>
      <pc:sldChg chg="add">
        <pc:chgData name="MUHAMMAD IRFAN NABYL BIN MOHAMAD YAAKUB" userId="5f5f9c1a-70e9-4026-b845-667d53078a67" providerId="ADAL" clId="{11632BAE-72A1-4230-A35C-6889FA50FFB2}" dt="2025-10-28T07:17:05.588" v="2156"/>
        <pc:sldMkLst>
          <pc:docMk/>
          <pc:sldMk cId="3672470508" sldId="434"/>
        </pc:sldMkLst>
      </pc:sldChg>
      <pc:sldChg chg="del">
        <pc:chgData name="MUHAMMAD IRFAN NABYL BIN MOHAMAD YAAKUB" userId="5f5f9c1a-70e9-4026-b845-667d53078a67" providerId="ADAL" clId="{11632BAE-72A1-4230-A35C-6889FA50FFB2}" dt="2025-10-28T07:16:54.341" v="2155" actId="2696"/>
        <pc:sldMkLst>
          <pc:docMk/>
          <pc:sldMk cId="4185152454" sldId="434"/>
        </pc:sldMkLst>
      </pc:sldChg>
      <pc:sldChg chg="del">
        <pc:chgData name="MUHAMMAD IRFAN NABYL BIN MOHAMAD YAAKUB" userId="5f5f9c1a-70e9-4026-b845-667d53078a67" providerId="ADAL" clId="{11632BAE-72A1-4230-A35C-6889FA50FFB2}" dt="2025-10-28T07:16:54.341" v="2155" actId="2696"/>
        <pc:sldMkLst>
          <pc:docMk/>
          <pc:sldMk cId="902908373" sldId="435"/>
        </pc:sldMkLst>
      </pc:sldChg>
      <pc:sldChg chg="add">
        <pc:chgData name="MUHAMMAD IRFAN NABYL BIN MOHAMAD YAAKUB" userId="5f5f9c1a-70e9-4026-b845-667d53078a67" providerId="ADAL" clId="{11632BAE-72A1-4230-A35C-6889FA50FFB2}" dt="2025-10-28T07:17:05.588" v="2156"/>
        <pc:sldMkLst>
          <pc:docMk/>
          <pc:sldMk cId="925697573" sldId="435"/>
        </pc:sldMkLst>
      </pc:sldChg>
      <pc:sldMasterChg chg="delSldLayout">
        <pc:chgData name="MUHAMMAD IRFAN NABYL BIN MOHAMAD YAAKUB" userId="5f5f9c1a-70e9-4026-b845-667d53078a67" providerId="ADAL" clId="{11632BAE-72A1-4230-A35C-6889FA50FFB2}" dt="2025-10-27T04:30:10.732" v="301" actId="47"/>
        <pc:sldMasterMkLst>
          <pc:docMk/>
          <pc:sldMasterMk cId="0" sldId="2147483658"/>
        </pc:sldMasterMkLst>
        <pc:sldLayoutChg chg="del">
          <pc:chgData name="MUHAMMAD IRFAN NABYL BIN MOHAMAD YAAKUB" userId="5f5f9c1a-70e9-4026-b845-667d53078a67" providerId="ADAL" clId="{11632BAE-72A1-4230-A35C-6889FA50FFB2}" dt="2025-10-27T04:30:10.732" v="301" actId="47"/>
          <pc:sldLayoutMkLst>
            <pc:docMk/>
            <pc:sldMasterMk cId="0" sldId="2147483658"/>
            <pc:sldLayoutMk cId="0" sldId="2147483653"/>
          </pc:sldLayoutMkLst>
        </pc:sldLayoutChg>
        <pc:sldLayoutChg chg="del">
          <pc:chgData name="MUHAMMAD IRFAN NABYL BIN MOHAMAD YAAKUB" userId="5f5f9c1a-70e9-4026-b845-667d53078a67" providerId="ADAL" clId="{11632BAE-72A1-4230-A35C-6889FA50FFB2}" dt="2025-10-27T03:33:50.592" v="36" actId="47"/>
          <pc:sldLayoutMkLst>
            <pc:docMk/>
            <pc:sldMasterMk cId="0" sldId="2147483658"/>
            <pc:sldLayoutMk cId="1152968694" sldId="2147483660"/>
          </pc:sldLayoutMkLst>
        </pc:sldLayoutChg>
        <pc:sldLayoutChg chg="del">
          <pc:chgData name="MUHAMMAD IRFAN NABYL BIN MOHAMAD YAAKUB" userId="5f5f9c1a-70e9-4026-b845-667d53078a67" providerId="ADAL" clId="{11632BAE-72A1-4230-A35C-6889FA50FFB2}" dt="2025-10-27T03:33:22.344" v="32" actId="47"/>
          <pc:sldLayoutMkLst>
            <pc:docMk/>
            <pc:sldMasterMk cId="0" sldId="2147483658"/>
            <pc:sldLayoutMk cId="1298516264" sldId="2147483660"/>
          </pc:sldLayoutMkLst>
        </pc:sldLayoutChg>
      </pc:sldMasterChg>
    </pc:docChg>
  </pc:docChgLst>
  <pc:docChgLst>
    <pc:chgData name="MUHAMMAD IRFAN NABYL BIN MOHAMAD YAAKUB" userId="5f5f9c1a-70e9-4026-b845-667d53078a67" providerId="ADAL" clId="{FB0A4625-5635-42D2-81C4-3227F1CAD932}"/>
    <pc:docChg chg="undo redo custSel addSld delSld modSld sldOrd modMainMaster modSection">
      <pc:chgData name="MUHAMMAD IRFAN NABYL BIN MOHAMAD YAAKUB" userId="5f5f9c1a-70e9-4026-b845-667d53078a67" providerId="ADAL" clId="{FB0A4625-5635-42D2-81C4-3227F1CAD932}" dt="2025-10-28T09:28:48.711" v="11806" actId="313"/>
      <pc:docMkLst>
        <pc:docMk/>
      </pc:docMkLst>
      <pc:sldChg chg="modSp mod modTransition">
        <pc:chgData name="MUHAMMAD IRFAN NABYL BIN MOHAMAD YAAKUB" userId="5f5f9c1a-70e9-4026-b845-667d53078a67" providerId="ADAL" clId="{FB0A4625-5635-42D2-81C4-3227F1CAD932}" dt="2025-10-27T17:21:40.889" v="5518"/>
        <pc:sldMkLst>
          <pc:docMk/>
          <pc:sldMk cId="0" sldId="256"/>
        </pc:sldMkLst>
        <pc:spChg chg="mod">
          <ac:chgData name="MUHAMMAD IRFAN NABYL BIN MOHAMAD YAAKUB" userId="5f5f9c1a-70e9-4026-b845-667d53078a67" providerId="ADAL" clId="{FB0A4625-5635-42D2-81C4-3227F1CAD932}" dt="2025-10-27T12:38:42.727" v="1674" actId="207"/>
          <ac:spMkLst>
            <pc:docMk/>
            <pc:sldMk cId="0" sldId="256"/>
            <ac:spMk id="2" creationId="{FFF35418-BBC9-D976-6BC2-F17CE2E2A125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0" sldId="256"/>
            <ac:spMk id="5" creationId="{1B0E2E48-9745-2359-D43D-97336F45A2D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0" sldId="256"/>
            <ac:spMk id="7" creationId="{EB7381B7-BF6D-DFBC-ACBE-2D53885689C4}"/>
          </ac:spMkLst>
        </pc:spChg>
        <pc:spChg chg="mod">
          <ac:chgData name="MUHAMMAD IRFAN NABYL BIN MOHAMAD YAAKUB" userId="5f5f9c1a-70e9-4026-b845-667d53078a67" providerId="ADAL" clId="{FB0A4625-5635-42D2-81C4-3227F1CAD932}" dt="2025-10-27T15:42:23.866" v="3879" actId="20577"/>
          <ac:spMkLst>
            <pc:docMk/>
            <pc:sldMk cId="0" sldId="256"/>
            <ac:spMk id="70" creationId="{00000000-0000-0000-0000-000000000000}"/>
          </ac:spMkLst>
        </pc:spChg>
      </pc:sldChg>
      <pc:sldChg chg="addSp delSp modSp mod modTransition">
        <pc:chgData name="MUHAMMAD IRFAN NABYL BIN MOHAMAD YAAKUB" userId="5f5f9c1a-70e9-4026-b845-667d53078a67" providerId="ADAL" clId="{FB0A4625-5635-42D2-81C4-3227F1CAD932}" dt="2025-10-27T17:21:40.889" v="5518"/>
        <pc:sldMkLst>
          <pc:docMk/>
          <pc:sldMk cId="0" sldId="261"/>
        </pc:sldMkLst>
        <pc:spChg chg="add mod">
          <ac:chgData name="MUHAMMAD IRFAN NABYL BIN MOHAMAD YAAKUB" userId="5f5f9c1a-70e9-4026-b845-667d53078a67" providerId="ADAL" clId="{FB0A4625-5635-42D2-81C4-3227F1CAD932}" dt="2025-10-27T15:20:19.549" v="3706"/>
          <ac:spMkLst>
            <pc:docMk/>
            <pc:sldMk cId="0" sldId="261"/>
            <ac:spMk id="2" creationId="{B54E01EB-47CB-4CB3-D59E-F06DAC7C8F5B}"/>
          </ac:spMkLst>
        </pc:spChg>
        <pc:spChg chg="add mod">
          <ac:chgData name="MUHAMMAD IRFAN NABYL BIN MOHAMAD YAAKUB" userId="5f5f9c1a-70e9-4026-b845-667d53078a67" providerId="ADAL" clId="{FB0A4625-5635-42D2-81C4-3227F1CAD932}" dt="2025-10-27T12:38:36.380" v="1673"/>
          <ac:spMkLst>
            <pc:docMk/>
            <pc:sldMk cId="0" sldId="261"/>
            <ac:spMk id="2" creationId="{B746FBE8-B88B-C21C-2275-F593EEE49998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5:20:26.553" v="3707" actId="478"/>
          <ac:spMkLst>
            <pc:docMk/>
            <pc:sldMk cId="0" sldId="261"/>
            <ac:spMk id="3" creationId="{EF9C1338-620B-A3B6-5CA7-A68273C0BF7B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26.780" v="3708"/>
          <ac:spMkLst>
            <pc:docMk/>
            <pc:sldMk cId="0" sldId="261"/>
            <ac:spMk id="5" creationId="{2BD71019-1CEA-2F95-FBD1-3841D03EDE68}"/>
          </ac:spMkLst>
        </pc:spChg>
        <pc:spChg chg="mod">
          <ac:chgData name="MUHAMMAD IRFAN NABYL BIN MOHAMAD YAAKUB" userId="5f5f9c1a-70e9-4026-b845-667d53078a67" providerId="ADAL" clId="{FB0A4625-5635-42D2-81C4-3227F1CAD932}" dt="2025-10-27T16:11:26.447" v="4196" actId="20577"/>
          <ac:spMkLst>
            <pc:docMk/>
            <pc:sldMk cId="0" sldId="261"/>
            <ac:spMk id="110" creationId="{00000000-0000-0000-0000-000000000000}"/>
          </ac:spMkLst>
        </pc:spChg>
        <pc:spChg chg="mod">
          <ac:chgData name="MUHAMMAD IRFAN NABYL BIN MOHAMAD YAAKUB" userId="5f5f9c1a-70e9-4026-b845-667d53078a67" providerId="ADAL" clId="{FB0A4625-5635-42D2-81C4-3227F1CAD932}" dt="2025-10-27T16:10:22.849" v="4189" actId="20577"/>
          <ac:spMkLst>
            <pc:docMk/>
            <pc:sldMk cId="0" sldId="261"/>
            <ac:spMk id="111" creationId="{00000000-0000-0000-0000-00000000000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0" sldId="261"/>
            <ac:spMk id="112" creationId="{00000000-0000-0000-0000-000000000000}"/>
          </ac:spMkLst>
        </pc:spChg>
        <pc:picChg chg="add mod">
          <ac:chgData name="MUHAMMAD IRFAN NABYL BIN MOHAMAD YAAKUB" userId="5f5f9c1a-70e9-4026-b845-667d53078a67" providerId="ADAL" clId="{FB0A4625-5635-42D2-81C4-3227F1CAD932}" dt="2025-10-27T16:11:11.808" v="4190"/>
          <ac:picMkLst>
            <pc:docMk/>
            <pc:sldMk cId="0" sldId="261"/>
            <ac:picMk id="2" creationId="{5F1092EC-754F-189B-548F-0159FD887CB7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00.464" v="1676"/>
          <ac:picMkLst>
            <pc:docMk/>
            <pc:sldMk cId="0" sldId="261"/>
            <ac:picMk id="4" creationId="{020B55F4-CF76-8949-EFCD-2D4CF2FD34B7}"/>
          </ac:picMkLst>
        </pc:picChg>
      </pc:sldChg>
      <pc:sldChg chg="addSp modSp mod modTransition">
        <pc:chgData name="MUHAMMAD IRFAN NABYL BIN MOHAMAD YAAKUB" userId="5f5f9c1a-70e9-4026-b845-667d53078a67" providerId="ADAL" clId="{FB0A4625-5635-42D2-81C4-3227F1CAD932}" dt="2025-10-28T00:52:18.071" v="10493" actId="400"/>
        <pc:sldMkLst>
          <pc:docMk/>
          <pc:sldMk cId="2001392608" sldId="297"/>
        </pc:sldMkLst>
        <pc:spChg chg="add mod">
          <ac:chgData name="MUHAMMAD IRFAN NABYL BIN MOHAMAD YAAKUB" userId="5f5f9c1a-70e9-4026-b845-667d53078a67" providerId="ADAL" clId="{FB0A4625-5635-42D2-81C4-3227F1CAD932}" dt="2025-10-27T15:20:18.885" v="3705"/>
          <ac:spMkLst>
            <pc:docMk/>
            <pc:sldMk cId="2001392608" sldId="297"/>
            <ac:spMk id="2" creationId="{8EC2FC12-B739-2F34-90ED-81496958B3CF}"/>
          </ac:spMkLst>
        </pc:spChg>
        <pc:spChg chg="add mod">
          <ac:chgData name="MUHAMMAD IRFAN NABYL BIN MOHAMAD YAAKUB" userId="5f5f9c1a-70e9-4026-b845-667d53078a67" providerId="ADAL" clId="{FB0A4625-5635-42D2-81C4-3227F1CAD932}" dt="2025-10-27T12:38:35.227" v="1672"/>
          <ac:spMkLst>
            <pc:docMk/>
            <pc:sldMk cId="2001392608" sldId="297"/>
            <ac:spMk id="2" creationId="{A9D3AADC-F8C2-4405-B2A3-36E5BA7002F1}"/>
          </ac:spMkLst>
        </pc:spChg>
        <pc:spChg chg="add mod">
          <ac:chgData name="MUHAMMAD IRFAN NABYL BIN MOHAMAD YAAKUB" userId="5f5f9c1a-70e9-4026-b845-667d53078a67" providerId="ADAL" clId="{FB0A4625-5635-42D2-81C4-3227F1CAD932}" dt="2025-10-27T12:39:35.627" v="1708"/>
          <ac:spMkLst>
            <pc:docMk/>
            <pc:sldMk cId="2001392608" sldId="297"/>
            <ac:spMk id="3" creationId="{96A07515-562F-5A8F-EA90-7E14994A1E65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001392608" sldId="297"/>
            <ac:spMk id="6" creationId="{4AF5FB3C-6B62-77A7-3690-7DD0748A0F6B}"/>
          </ac:spMkLst>
        </pc:spChg>
        <pc:spChg chg="mod">
          <ac:chgData name="MUHAMMAD IRFAN NABYL BIN MOHAMAD YAAKUB" userId="5f5f9c1a-70e9-4026-b845-667d53078a67" providerId="ADAL" clId="{FB0A4625-5635-42D2-81C4-3227F1CAD932}" dt="2025-10-28T00:52:18.071" v="10493" actId="400"/>
          <ac:spMkLst>
            <pc:docMk/>
            <pc:sldMk cId="2001392608" sldId="297"/>
            <ac:spMk id="7" creationId="{8D3A46E9-C49E-BBC2-7375-83E4A9118D31}"/>
          </ac:spMkLst>
        </pc:spChg>
      </pc:sldChg>
      <pc:sldChg chg="modSp mod modTransition">
        <pc:chgData name="MUHAMMAD IRFAN NABYL BIN MOHAMAD YAAKUB" userId="5f5f9c1a-70e9-4026-b845-667d53078a67" providerId="ADAL" clId="{FB0A4625-5635-42D2-81C4-3227F1CAD932}" dt="2025-10-26T13:15:11.085" v="104"/>
        <pc:sldMkLst>
          <pc:docMk/>
          <pc:sldMk cId="1577031682" sldId="317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324526259" sldId="318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496649672" sldId="319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457368727" sldId="329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798497012" sldId="330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274365769" sldId="331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556299288" sldId="332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477080076" sldId="333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664538011" sldId="334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838205074" sldId="335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846458851" sldId="336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770632991" sldId="337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474868906" sldId="338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626635470" sldId="339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419214464" sldId="340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614398709" sldId="341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198006487" sldId="342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689192654" sldId="343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55364270" sldId="344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795154562" sldId="345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957721506" sldId="346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16241608" sldId="347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801305184" sldId="348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952445336" sldId="349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3688172053" sldId="350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828651647" sldId="352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1533331329" sldId="353"/>
        </pc:sldMkLst>
      </pc:sldChg>
      <pc:sldChg chg="del modTransition">
        <pc:chgData name="MUHAMMAD IRFAN NABYL BIN MOHAMAD YAAKUB" userId="5f5f9c1a-70e9-4026-b845-667d53078a67" providerId="ADAL" clId="{FB0A4625-5635-42D2-81C4-3227F1CAD932}" dt="2025-10-26T13:44:28.776" v="105" actId="47"/>
        <pc:sldMkLst>
          <pc:docMk/>
          <pc:sldMk cId="2482159390" sldId="354"/>
        </pc:sldMkLst>
      </pc:sldChg>
      <pc:sldChg chg="addSp delSp modSp mod modTransition">
        <pc:chgData name="MUHAMMAD IRFAN NABYL BIN MOHAMAD YAAKUB" userId="5f5f9c1a-70e9-4026-b845-667d53078a67" providerId="ADAL" clId="{FB0A4625-5635-42D2-81C4-3227F1CAD932}" dt="2025-10-27T17:21:40.889" v="5518"/>
        <pc:sldMkLst>
          <pc:docMk/>
          <pc:sldMk cId="1899866376" sldId="355"/>
        </pc:sldMkLst>
        <pc:spChg chg="add del mod">
          <ac:chgData name="MUHAMMAD IRFAN NABYL BIN MOHAMAD YAAKUB" userId="5f5f9c1a-70e9-4026-b845-667d53078a67" providerId="ADAL" clId="{FB0A4625-5635-42D2-81C4-3227F1CAD932}" dt="2025-10-27T12:36:01.417" v="1581" actId="478"/>
          <ac:spMkLst>
            <pc:docMk/>
            <pc:sldMk cId="1899866376" sldId="355"/>
            <ac:spMk id="2" creationId="{967A92B3-AA62-3165-81C1-CA17DEB69F88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7.751" v="3750"/>
          <ac:spMkLst>
            <pc:docMk/>
            <pc:sldMk cId="1899866376" sldId="355"/>
            <ac:spMk id="2" creationId="{E14E4440-FA78-31F2-2A7A-514FDE04D1E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99866376" sldId="355"/>
            <ac:spMk id="403" creationId="{2440A4FB-B380-52CC-55AB-06A85ADBE2FA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99866376" sldId="355"/>
            <ac:spMk id="404" creationId="{DA18D629-F80D-012A-0320-E2374C475ED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99866376" sldId="355"/>
            <ac:spMk id="406" creationId="{8DFED906-A64F-0D6C-68FE-A4804191B4B3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9.697" v="1705"/>
          <ac:picMkLst>
            <pc:docMk/>
            <pc:sldMk cId="1899866376" sldId="355"/>
            <ac:picMk id="3" creationId="{B2DF0F01-A107-6281-963C-AC0E88FB8B87}"/>
          </ac:picMkLst>
        </pc:picChg>
      </pc:sldChg>
      <pc:sldChg chg="addSp delSp modSp new del mod ord">
        <pc:chgData name="MUHAMMAD IRFAN NABYL BIN MOHAMAD YAAKUB" userId="5f5f9c1a-70e9-4026-b845-667d53078a67" providerId="ADAL" clId="{FB0A4625-5635-42D2-81C4-3227F1CAD932}" dt="2025-10-26T14:00:59.888" v="176" actId="47"/>
        <pc:sldMkLst>
          <pc:docMk/>
          <pc:sldMk cId="826426824" sldId="356"/>
        </pc:sldMkLst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076920147" sldId="356"/>
        </pc:sldMkLst>
        <pc:spChg chg="add mod">
          <ac:chgData name="MUHAMMAD IRFAN NABYL BIN MOHAMAD YAAKUB" userId="5f5f9c1a-70e9-4026-b845-667d53078a67" providerId="ADAL" clId="{FB0A4625-5635-42D2-81C4-3227F1CAD932}" dt="2025-10-27T15:20:28.095" v="3709"/>
          <ac:spMkLst>
            <pc:docMk/>
            <pc:sldMk cId="3076920147" sldId="356"/>
            <ac:spMk id="4" creationId="{223822CB-F305-66CA-357A-1BD845233EDF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076920147" sldId="356"/>
            <ac:spMk id="110" creationId="{3B548001-CCD1-12A4-847B-3207BF49FCA7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076920147" sldId="356"/>
            <ac:spMk id="111" creationId="{F1D89C44-C321-68CC-7F15-1600FDDE2884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076920147" sldId="356"/>
            <ac:spMk id="112" creationId="{6E71CDA8-EDD9-F0C6-626E-C1AD0487B8E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4.186" v="1677"/>
          <ac:picMkLst>
            <pc:docMk/>
            <pc:sldMk cId="3076920147" sldId="356"/>
            <ac:picMk id="2" creationId="{81C391E8-39B4-8C19-0720-1A28CB728E3F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980024854" sldId="357"/>
        </pc:sldMkLst>
        <pc:spChg chg="add mod">
          <ac:chgData name="MUHAMMAD IRFAN NABYL BIN MOHAMAD YAAKUB" userId="5f5f9c1a-70e9-4026-b845-667d53078a67" providerId="ADAL" clId="{FB0A4625-5635-42D2-81C4-3227F1CAD932}" dt="2025-10-27T15:20:28.957" v="3710"/>
          <ac:spMkLst>
            <pc:docMk/>
            <pc:sldMk cId="2980024854" sldId="357"/>
            <ac:spMk id="3" creationId="{F1380E06-F5E7-DA69-0595-17D49F64A176}"/>
          </ac:spMkLst>
        </pc:spChg>
        <pc:spChg chg="mod">
          <ac:chgData name="MUHAMMAD IRFAN NABYL BIN MOHAMAD YAAKUB" userId="5f5f9c1a-70e9-4026-b845-667d53078a67" providerId="ADAL" clId="{FB0A4625-5635-42D2-81C4-3227F1CAD932}" dt="2025-10-27T11:26:15.529" v="1071" actId="404"/>
          <ac:spMkLst>
            <pc:docMk/>
            <pc:sldMk cId="2980024854" sldId="357"/>
            <ac:spMk id="5" creationId="{25920AC0-9B7D-B281-C33F-B9F563EEDF87}"/>
          </ac:spMkLst>
        </pc:spChg>
        <pc:spChg chg="mod">
          <ac:chgData name="MUHAMMAD IRFAN NABYL BIN MOHAMAD YAAKUB" userId="5f5f9c1a-70e9-4026-b845-667d53078a67" providerId="ADAL" clId="{FB0A4625-5635-42D2-81C4-3227F1CAD932}" dt="2025-10-27T11:26:18.027" v="1072" actId="404"/>
          <ac:spMkLst>
            <pc:docMk/>
            <pc:sldMk cId="2980024854" sldId="357"/>
            <ac:spMk id="8" creationId="{0BDD7503-CF45-2BF7-EB54-700B3AB9F216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980024854" sldId="357"/>
            <ac:spMk id="110" creationId="{D8F12A22-47A9-B9B6-71CA-27D0AC264B1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980024854" sldId="357"/>
            <ac:spMk id="112" creationId="{F0E585BC-D95B-A6D7-656C-E99C5532183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4.741" v="1678"/>
          <ac:picMkLst>
            <pc:docMk/>
            <pc:sldMk cId="2980024854" sldId="357"/>
            <ac:picMk id="2" creationId="{354B00A4-C195-BD72-5685-900911C9DFB7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868527971" sldId="358"/>
        </pc:sldMkLst>
        <pc:spChg chg="add mod">
          <ac:chgData name="MUHAMMAD IRFAN NABYL BIN MOHAMAD YAAKUB" userId="5f5f9c1a-70e9-4026-b845-667d53078a67" providerId="ADAL" clId="{FB0A4625-5635-42D2-81C4-3227F1CAD932}" dt="2025-10-27T15:20:29.573" v="3711"/>
          <ac:spMkLst>
            <pc:docMk/>
            <pc:sldMk cId="1868527971" sldId="358"/>
            <ac:spMk id="4" creationId="{90512CF5-D892-BB6F-D115-9CAB29A8A875}"/>
          </ac:spMkLst>
        </pc:spChg>
        <pc:spChg chg="mod">
          <ac:chgData name="MUHAMMAD IRFAN NABYL BIN MOHAMAD YAAKUB" userId="5f5f9c1a-70e9-4026-b845-667d53078a67" providerId="ADAL" clId="{FB0A4625-5635-42D2-81C4-3227F1CAD932}" dt="2025-10-27T11:26:28.298" v="1075" actId="404"/>
          <ac:spMkLst>
            <pc:docMk/>
            <pc:sldMk cId="1868527971" sldId="358"/>
            <ac:spMk id="5" creationId="{90E502B7-D051-CC92-5B78-095DF0F0BD42}"/>
          </ac:spMkLst>
        </pc:spChg>
        <pc:spChg chg="mod">
          <ac:chgData name="MUHAMMAD IRFAN NABYL BIN MOHAMAD YAAKUB" userId="5f5f9c1a-70e9-4026-b845-667d53078a67" providerId="ADAL" clId="{FB0A4625-5635-42D2-81C4-3227F1CAD932}" dt="2025-10-27T11:26:28.298" v="1075" actId="404"/>
          <ac:spMkLst>
            <pc:docMk/>
            <pc:sldMk cId="1868527971" sldId="358"/>
            <ac:spMk id="8" creationId="{2A6DCBCF-F0BC-728E-6E4A-173AF8EC418A}"/>
          </ac:spMkLst>
        </pc:spChg>
        <pc:spChg chg="mod">
          <ac:chgData name="MUHAMMAD IRFAN NABYL BIN MOHAMAD YAAKUB" userId="5f5f9c1a-70e9-4026-b845-667d53078a67" providerId="ADAL" clId="{FB0A4625-5635-42D2-81C4-3227F1CAD932}" dt="2025-10-27T10:58:01.505" v="611" actId="20577"/>
          <ac:spMkLst>
            <pc:docMk/>
            <pc:sldMk cId="1868527971" sldId="358"/>
            <ac:spMk id="110" creationId="{BFA00DC9-5920-75B5-85EB-492FAB86876F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68527971" sldId="358"/>
            <ac:spMk id="112" creationId="{9AB07AB7-0FA6-1FA0-A252-743E27FB8644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5.076" v="1679"/>
          <ac:picMkLst>
            <pc:docMk/>
            <pc:sldMk cId="1868527971" sldId="358"/>
            <ac:picMk id="2" creationId="{7FA4B1D0-690D-C463-88AE-C58B31F844F2}"/>
          </ac:picMkLst>
        </pc:picChg>
        <pc:picChg chg="mod">
          <ac:chgData name="MUHAMMAD IRFAN NABYL BIN MOHAMAD YAAKUB" userId="5f5f9c1a-70e9-4026-b845-667d53078a67" providerId="ADAL" clId="{FB0A4625-5635-42D2-81C4-3227F1CAD932}" dt="2025-10-27T10:57:17.783" v="607" actId="1076"/>
          <ac:picMkLst>
            <pc:docMk/>
            <pc:sldMk cId="1868527971" sldId="358"/>
            <ac:picMk id="6" creationId="{846BE7C6-F240-2650-F09B-C2372789EEF5}"/>
          </ac:picMkLst>
        </pc:picChg>
      </pc:sldChg>
      <pc:sldChg chg="addSp del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380586102" sldId="359"/>
        </pc:sldMkLst>
        <pc:spChg chg="mod">
          <ac:chgData name="MUHAMMAD IRFAN NABYL BIN MOHAMAD YAAKUB" userId="5f5f9c1a-70e9-4026-b845-667d53078a67" providerId="ADAL" clId="{FB0A4625-5635-42D2-81C4-3227F1CAD932}" dt="2025-10-27T11:26:34.581" v="1080" actId="403"/>
          <ac:spMkLst>
            <pc:docMk/>
            <pc:sldMk cId="3380586102" sldId="359"/>
            <ac:spMk id="5" creationId="{DB628466-03AB-72B3-DD30-6EB186DBA837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29.969" v="3712"/>
          <ac:spMkLst>
            <pc:docMk/>
            <pc:sldMk cId="3380586102" sldId="359"/>
            <ac:spMk id="6" creationId="{C68A9CDB-4EAD-5880-93F4-2F64E4C53C4B}"/>
          </ac:spMkLst>
        </pc:spChg>
        <pc:spChg chg="mod">
          <ac:chgData name="MUHAMMAD IRFAN NABYL BIN MOHAMAD YAAKUB" userId="5f5f9c1a-70e9-4026-b845-667d53078a67" providerId="ADAL" clId="{FB0A4625-5635-42D2-81C4-3227F1CAD932}" dt="2025-10-27T11:26:34.581" v="1080" actId="403"/>
          <ac:spMkLst>
            <pc:docMk/>
            <pc:sldMk cId="3380586102" sldId="359"/>
            <ac:spMk id="8" creationId="{3BAB41E9-D194-1D9B-87BE-4140B6B2689C}"/>
          </ac:spMkLst>
        </pc:spChg>
        <pc:spChg chg="mod">
          <ac:chgData name="MUHAMMAD IRFAN NABYL BIN MOHAMAD YAAKUB" userId="5f5f9c1a-70e9-4026-b845-667d53078a67" providerId="ADAL" clId="{FB0A4625-5635-42D2-81C4-3227F1CAD932}" dt="2025-10-27T10:57:59.700" v="610" actId="20577"/>
          <ac:spMkLst>
            <pc:docMk/>
            <pc:sldMk cId="3380586102" sldId="359"/>
            <ac:spMk id="110" creationId="{37C49047-7678-3718-D429-814BC5DD4CD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380586102" sldId="359"/>
            <ac:spMk id="112" creationId="{2931C7CD-CAF3-E7D5-022B-FB66FFB00D2E}"/>
          </ac:spMkLst>
        </pc:spChg>
        <pc:picChg chg="add mod">
          <ac:chgData name="MUHAMMAD IRFAN NABYL BIN MOHAMAD YAAKUB" userId="5f5f9c1a-70e9-4026-b845-667d53078a67" providerId="ADAL" clId="{FB0A4625-5635-42D2-81C4-3227F1CAD932}" dt="2025-10-27T10:48:20.865" v="595" actId="1076"/>
          <ac:picMkLst>
            <pc:docMk/>
            <pc:sldMk cId="3380586102" sldId="359"/>
            <ac:picMk id="2" creationId="{ECB129D3-CB8C-0EB0-B087-1C80DEC1FFA4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05.439" v="1680"/>
          <ac:picMkLst>
            <pc:docMk/>
            <pc:sldMk cId="3380586102" sldId="359"/>
            <ac:picMk id="3" creationId="{5741ADAD-719E-8F68-3129-A8F0FF5520B9}"/>
          </ac:picMkLst>
        </pc:picChg>
        <pc:picChg chg="del">
          <ac:chgData name="MUHAMMAD IRFAN NABYL BIN MOHAMAD YAAKUB" userId="5f5f9c1a-70e9-4026-b845-667d53078a67" providerId="ADAL" clId="{FB0A4625-5635-42D2-81C4-3227F1CAD932}" dt="2025-10-27T10:48:18.109" v="593" actId="478"/>
          <ac:picMkLst>
            <pc:docMk/>
            <pc:sldMk cId="3380586102" sldId="359"/>
            <ac:picMk id="6" creationId="{25F9B5B7-930B-96EB-6CF9-9B5BBB07F744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785418419" sldId="360"/>
        </pc:sldMkLst>
        <pc:spChg chg="add mod">
          <ac:chgData name="MUHAMMAD IRFAN NABYL BIN MOHAMAD YAAKUB" userId="5f5f9c1a-70e9-4026-b845-667d53078a67" providerId="ADAL" clId="{FB0A4625-5635-42D2-81C4-3227F1CAD932}" dt="2025-10-27T15:20:30.351" v="3713"/>
          <ac:spMkLst>
            <pc:docMk/>
            <pc:sldMk cId="1785418419" sldId="360"/>
            <ac:spMk id="3" creationId="{C62A734A-7B31-DD00-FD85-34309D21C685}"/>
          </ac:spMkLst>
        </pc:spChg>
        <pc:spChg chg="mod">
          <ac:chgData name="MUHAMMAD IRFAN NABYL BIN MOHAMAD YAAKUB" userId="5f5f9c1a-70e9-4026-b845-667d53078a67" providerId="ADAL" clId="{FB0A4625-5635-42D2-81C4-3227F1CAD932}" dt="2025-10-27T11:26:39.445" v="1083" actId="404"/>
          <ac:spMkLst>
            <pc:docMk/>
            <pc:sldMk cId="1785418419" sldId="360"/>
            <ac:spMk id="8" creationId="{E731EC40-716F-5FC4-59CF-89F89D71624E}"/>
          </ac:spMkLst>
        </pc:spChg>
        <pc:spChg chg="mod">
          <ac:chgData name="MUHAMMAD IRFAN NABYL BIN MOHAMAD YAAKUB" userId="5f5f9c1a-70e9-4026-b845-667d53078a67" providerId="ADAL" clId="{FB0A4625-5635-42D2-81C4-3227F1CAD932}" dt="2025-10-27T10:57:57.776" v="609" actId="20577"/>
          <ac:spMkLst>
            <pc:docMk/>
            <pc:sldMk cId="1785418419" sldId="360"/>
            <ac:spMk id="110" creationId="{73F4BEE7-4386-B835-C7CB-65FAA4C3133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785418419" sldId="360"/>
            <ac:spMk id="112" creationId="{0F7B46E0-545E-2824-6F6D-69270C31EEC0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6.033" v="1681"/>
          <ac:picMkLst>
            <pc:docMk/>
            <pc:sldMk cId="1785418419" sldId="360"/>
            <ac:picMk id="2" creationId="{24344278-28F3-BD57-4E48-03C63FD66532}"/>
          </ac:picMkLst>
        </pc:picChg>
      </pc:sldChg>
      <pc:sldChg chg="modSp del mod">
        <pc:chgData name="MUHAMMAD IRFAN NABYL BIN MOHAMAD YAAKUB" userId="5f5f9c1a-70e9-4026-b845-667d53078a67" providerId="ADAL" clId="{FB0A4625-5635-42D2-81C4-3227F1CAD932}" dt="2025-10-27T10:57:55.625" v="608" actId="47"/>
        <pc:sldMkLst>
          <pc:docMk/>
          <pc:sldMk cId="3927609333" sldId="361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27609333" sldId="361"/>
            <ac:spMk id="8" creationId="{B2A15669-F9E8-A44E-9590-19A85B010C9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27609333" sldId="361"/>
            <ac:spMk id="110" creationId="{CA494702-0A99-B08B-8AD1-0181E51493E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27609333" sldId="361"/>
            <ac:spMk id="112" creationId="{8CCE0092-3969-761A-490B-D7949475C79F}"/>
          </ac:spMkLst>
        </pc:sp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797044186" sldId="362"/>
        </pc:sldMkLst>
        <pc:spChg chg="add mod">
          <ac:chgData name="MUHAMMAD IRFAN NABYL BIN MOHAMAD YAAKUB" userId="5f5f9c1a-70e9-4026-b845-667d53078a67" providerId="ADAL" clId="{FB0A4625-5635-42D2-81C4-3227F1CAD932}" dt="2025-10-27T15:20:32.722" v="3716"/>
          <ac:spMkLst>
            <pc:docMk/>
            <pc:sldMk cId="797044186" sldId="362"/>
            <ac:spMk id="4" creationId="{46B7AA8D-D3AC-8C36-C837-E28C6492B420}"/>
          </ac:spMkLst>
        </pc:spChg>
        <pc:spChg chg="mod">
          <ac:chgData name="MUHAMMAD IRFAN NABYL BIN MOHAMAD YAAKUB" userId="5f5f9c1a-70e9-4026-b845-667d53078a67" providerId="ADAL" clId="{FB0A4625-5635-42D2-81C4-3227F1CAD932}" dt="2025-10-27T11:26:53.929" v="1092" actId="404"/>
          <ac:spMkLst>
            <pc:docMk/>
            <pc:sldMk cId="797044186" sldId="362"/>
            <ac:spMk id="8" creationId="{D76677BE-12F8-43F3-B25F-83439F8E10D1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797044186" sldId="362"/>
            <ac:spMk id="110" creationId="{E6E9932D-14D5-908E-C09A-244D1657FF04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797044186" sldId="362"/>
            <ac:spMk id="112" creationId="{1AC6D27B-2705-1DE9-48CE-A9341BB6DF34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6.991" v="1684"/>
          <ac:picMkLst>
            <pc:docMk/>
            <pc:sldMk cId="797044186" sldId="362"/>
            <ac:picMk id="2" creationId="{7D5AC83D-3D56-9C3C-9DD1-AFBB37445E81}"/>
          </ac:picMkLst>
        </pc:picChg>
      </pc:sldChg>
      <pc:sldChg chg="addSp del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968769182" sldId="363"/>
        </pc:sldMkLst>
        <pc:spChg chg="add mod">
          <ac:chgData name="MUHAMMAD IRFAN NABYL BIN MOHAMAD YAAKUB" userId="5f5f9c1a-70e9-4026-b845-667d53078a67" providerId="ADAL" clId="{FB0A4625-5635-42D2-81C4-3227F1CAD932}" dt="2025-10-27T15:20:30.845" v="3714"/>
          <ac:spMkLst>
            <pc:docMk/>
            <pc:sldMk cId="968769182" sldId="363"/>
            <ac:spMk id="2" creationId="{8BA9DC62-C2D4-6E77-4C4E-BA439EF5EA48}"/>
          </ac:spMkLst>
        </pc:spChg>
        <pc:spChg chg="mod">
          <ac:chgData name="MUHAMMAD IRFAN NABYL BIN MOHAMAD YAAKUB" userId="5f5f9c1a-70e9-4026-b845-667d53078a67" providerId="ADAL" clId="{FB0A4625-5635-42D2-81C4-3227F1CAD932}" dt="2025-10-27T11:26:47.152" v="1086" actId="404"/>
          <ac:spMkLst>
            <pc:docMk/>
            <pc:sldMk cId="968769182" sldId="363"/>
            <ac:spMk id="8" creationId="{620EAD16-5E1F-7D15-D04B-193D0D79C287}"/>
          </ac:spMkLst>
        </pc:spChg>
        <pc:spChg chg="mod">
          <ac:chgData name="MUHAMMAD IRFAN NABYL BIN MOHAMAD YAAKUB" userId="5f5f9c1a-70e9-4026-b845-667d53078a67" providerId="ADAL" clId="{FB0A4625-5635-42D2-81C4-3227F1CAD932}" dt="2025-10-27T10:41:37.407" v="569" actId="20577"/>
          <ac:spMkLst>
            <pc:docMk/>
            <pc:sldMk cId="968769182" sldId="363"/>
            <ac:spMk id="110" creationId="{A8BF35CB-4A68-3CDB-771D-F6D50966392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968769182" sldId="363"/>
            <ac:spMk id="112" creationId="{3789B323-DC70-E16B-7BDA-462B17B4B7C3}"/>
          </ac:spMkLst>
        </pc:spChg>
        <pc:picChg chg="del">
          <ac:chgData name="MUHAMMAD IRFAN NABYL BIN MOHAMAD YAAKUB" userId="5f5f9c1a-70e9-4026-b845-667d53078a67" providerId="ADAL" clId="{FB0A4625-5635-42D2-81C4-3227F1CAD932}" dt="2025-10-27T10:55:29.246" v="604" actId="478"/>
          <ac:picMkLst>
            <pc:docMk/>
            <pc:sldMk cId="968769182" sldId="363"/>
            <ac:picMk id="3" creationId="{7D9A3CAA-564F-FF34-11EA-D88231B9E57A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0:55:30.354" v="605" actId="1076"/>
          <ac:picMkLst>
            <pc:docMk/>
            <pc:sldMk cId="968769182" sldId="363"/>
            <ac:picMk id="4" creationId="{7A275FED-2291-1364-8439-4620CEC19E3D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06.376" v="1682"/>
          <ac:picMkLst>
            <pc:docMk/>
            <pc:sldMk cId="968769182" sldId="363"/>
            <ac:picMk id="5" creationId="{BFDB6EB9-28A0-85B2-4740-11FA4A91A49F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141409502" sldId="365"/>
        </pc:sldMkLst>
        <pc:spChg chg="add mod">
          <ac:chgData name="MUHAMMAD IRFAN NABYL BIN MOHAMAD YAAKUB" userId="5f5f9c1a-70e9-4026-b845-667d53078a67" providerId="ADAL" clId="{FB0A4625-5635-42D2-81C4-3227F1CAD932}" dt="2025-10-27T15:20:33.069" v="3717"/>
          <ac:spMkLst>
            <pc:docMk/>
            <pc:sldMk cId="1141409502" sldId="365"/>
            <ac:spMk id="3" creationId="{AB0105C0-1E67-4A3F-2461-B2F1B3425FF7}"/>
          </ac:spMkLst>
        </pc:spChg>
        <pc:spChg chg="mod">
          <ac:chgData name="MUHAMMAD IRFAN NABYL BIN MOHAMAD YAAKUB" userId="5f5f9c1a-70e9-4026-b845-667d53078a67" providerId="ADAL" clId="{FB0A4625-5635-42D2-81C4-3227F1CAD932}" dt="2025-10-27T11:00:39.705" v="612" actId="20577"/>
          <ac:spMkLst>
            <pc:docMk/>
            <pc:sldMk cId="1141409502" sldId="365"/>
            <ac:spMk id="6" creationId="{7D809CFF-4B02-F5C8-7B88-D213B6342109}"/>
          </ac:spMkLst>
        </pc:spChg>
        <pc:spChg chg="mod">
          <ac:chgData name="MUHAMMAD IRFAN NABYL BIN MOHAMAD YAAKUB" userId="5f5f9c1a-70e9-4026-b845-667d53078a67" providerId="ADAL" clId="{FB0A4625-5635-42D2-81C4-3227F1CAD932}" dt="2025-10-27T11:26:57.300" v="1095" actId="404"/>
          <ac:spMkLst>
            <pc:docMk/>
            <pc:sldMk cId="1141409502" sldId="365"/>
            <ac:spMk id="8" creationId="{6A51E02C-6D81-6205-933E-5A53B0EF1FDF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41409502" sldId="365"/>
            <ac:spMk id="110" creationId="{2DF7FC25-B1CF-53A1-6A8D-74281A7B994B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41409502" sldId="365"/>
            <ac:spMk id="112" creationId="{7088A7D5-D1B4-575D-CB23-814F6438CDE8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8.970" v="1685"/>
          <ac:picMkLst>
            <pc:docMk/>
            <pc:sldMk cId="1141409502" sldId="365"/>
            <ac:picMk id="2" creationId="{638B3F5C-1CF1-BD3D-32FF-C6E6041C6F62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841391453" sldId="366"/>
        </pc:sldMkLst>
        <pc:spChg chg="add mod">
          <ac:chgData name="MUHAMMAD IRFAN NABYL BIN MOHAMAD YAAKUB" userId="5f5f9c1a-70e9-4026-b845-667d53078a67" providerId="ADAL" clId="{FB0A4625-5635-42D2-81C4-3227F1CAD932}" dt="2025-10-27T15:20:36.469" v="3719"/>
          <ac:spMkLst>
            <pc:docMk/>
            <pc:sldMk cId="1841391453" sldId="366"/>
            <ac:spMk id="3" creationId="{E10C8C09-CB51-8FA1-6EEB-9014F2B4C2A8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41391453" sldId="366"/>
            <ac:spMk id="6" creationId="{78B5286F-BF88-530D-6C9F-B3C46E24BC66}"/>
          </ac:spMkLst>
        </pc:spChg>
        <pc:spChg chg="mod">
          <ac:chgData name="MUHAMMAD IRFAN NABYL BIN MOHAMAD YAAKUB" userId="5f5f9c1a-70e9-4026-b845-667d53078a67" providerId="ADAL" clId="{FB0A4625-5635-42D2-81C4-3227F1CAD932}" dt="2025-10-27T11:27:03.673" v="1098" actId="404"/>
          <ac:spMkLst>
            <pc:docMk/>
            <pc:sldMk cId="1841391453" sldId="366"/>
            <ac:spMk id="8" creationId="{7B3E1635-38F7-0062-7331-F724CD76459F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41391453" sldId="366"/>
            <ac:spMk id="110" creationId="{16283A97-38D4-05B1-FDD5-9FC2844916C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41391453" sldId="366"/>
            <ac:spMk id="112" creationId="{614E8E5F-9A75-D2E3-A37D-A4BE1A893ABD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9.296" v="1686"/>
          <ac:picMkLst>
            <pc:docMk/>
            <pc:sldMk cId="1841391453" sldId="366"/>
            <ac:picMk id="2" creationId="{4B78990D-7DD6-0F86-26F9-79D850357CF7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4114433464" sldId="367"/>
        </pc:sldMkLst>
        <pc:spChg chg="add mod">
          <ac:chgData name="MUHAMMAD IRFAN NABYL BIN MOHAMAD YAAKUB" userId="5f5f9c1a-70e9-4026-b845-667d53078a67" providerId="ADAL" clId="{FB0A4625-5635-42D2-81C4-3227F1CAD932}" dt="2025-10-27T15:20:36.856" v="3720"/>
          <ac:spMkLst>
            <pc:docMk/>
            <pc:sldMk cId="4114433464" sldId="367"/>
            <ac:spMk id="4" creationId="{65DA2F34-3037-BAE0-6CAF-9DBEE6505DD1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14433464" sldId="367"/>
            <ac:spMk id="6" creationId="{67A451FC-5598-3F19-9D1A-F688F7E5B9DB}"/>
          </ac:spMkLst>
        </pc:spChg>
        <pc:spChg chg="mod">
          <ac:chgData name="MUHAMMAD IRFAN NABYL BIN MOHAMAD YAAKUB" userId="5f5f9c1a-70e9-4026-b845-667d53078a67" providerId="ADAL" clId="{FB0A4625-5635-42D2-81C4-3227F1CAD932}" dt="2025-10-27T11:27:09.729" v="1101" actId="404"/>
          <ac:spMkLst>
            <pc:docMk/>
            <pc:sldMk cId="4114433464" sldId="367"/>
            <ac:spMk id="8" creationId="{41A7B7EF-2127-210C-1522-905DF3EFC7E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14433464" sldId="367"/>
            <ac:spMk id="110" creationId="{103018D0-CD63-D00C-B7B9-416EBD19DBD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14433464" sldId="367"/>
            <ac:spMk id="112" creationId="{4CEDF709-3A5E-97EB-35A8-BD15BCED4896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9.599" v="1687"/>
          <ac:picMkLst>
            <pc:docMk/>
            <pc:sldMk cId="4114433464" sldId="367"/>
            <ac:picMk id="2" creationId="{D9E4FD84-3063-6E27-0132-693898488411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994069135" sldId="368"/>
        </pc:sldMkLst>
        <pc:spChg chg="add mod">
          <ac:chgData name="MUHAMMAD IRFAN NABYL BIN MOHAMAD YAAKUB" userId="5f5f9c1a-70e9-4026-b845-667d53078a67" providerId="ADAL" clId="{FB0A4625-5635-42D2-81C4-3227F1CAD932}" dt="2025-10-27T15:20:34.791" v="3718"/>
          <ac:spMkLst>
            <pc:docMk/>
            <pc:sldMk cId="3994069135" sldId="368"/>
            <ac:spMk id="3" creationId="{AB96D09E-EBE8-D758-DA48-039FAB6B5201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38.065" v="3721"/>
          <ac:spMkLst>
            <pc:docMk/>
            <pc:sldMk cId="3994069135" sldId="368"/>
            <ac:spMk id="4" creationId="{D7409CFE-52CD-3690-E8D0-0D122C50F38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94069135" sldId="368"/>
            <ac:spMk id="110" creationId="{4AB2DF16-DB6E-9BA0-37DD-24EA65DD8F5C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94069135" sldId="368"/>
            <ac:spMk id="111" creationId="{0D6366EE-7EE0-78B6-FEA6-F933400DA908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94069135" sldId="368"/>
            <ac:spMk id="112" creationId="{44176B60-669F-2F30-8CDF-F584AAB718DA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0.062" v="1688"/>
          <ac:picMkLst>
            <pc:docMk/>
            <pc:sldMk cId="3994069135" sldId="368"/>
            <ac:picMk id="2" creationId="{B63AD10F-F800-47CB-4292-6AAB45FF9E78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499574011" sldId="369"/>
        </pc:sldMkLst>
        <pc:spChg chg="add mod">
          <ac:chgData name="MUHAMMAD IRFAN NABYL BIN MOHAMAD YAAKUB" userId="5f5f9c1a-70e9-4026-b845-667d53078a67" providerId="ADAL" clId="{FB0A4625-5635-42D2-81C4-3227F1CAD932}" dt="2025-10-27T15:20:39.847" v="3722"/>
          <ac:spMkLst>
            <pc:docMk/>
            <pc:sldMk cId="2499574011" sldId="369"/>
            <ac:spMk id="4" creationId="{D0459EA1-9AF3-CE52-8233-30C4B11E6FE0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99574011" sldId="369"/>
            <ac:spMk id="110" creationId="{62A36E09-4338-8E97-1A77-2A697B914C2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99574011" sldId="369"/>
            <ac:spMk id="111" creationId="{7408A937-6242-6222-BF9E-A0F7870C95A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99574011" sldId="369"/>
            <ac:spMk id="112" creationId="{C99C3ABA-9A29-E0AD-51E8-A9779680B71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0.380" v="1689"/>
          <ac:picMkLst>
            <pc:docMk/>
            <pc:sldMk cId="2499574011" sldId="369"/>
            <ac:picMk id="3" creationId="{30E53D60-3743-628B-813E-7662756C2E98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741566476" sldId="370"/>
        </pc:sldMkLst>
        <pc:spChg chg="add mod">
          <ac:chgData name="MUHAMMAD IRFAN NABYL BIN MOHAMAD YAAKUB" userId="5f5f9c1a-70e9-4026-b845-667d53078a67" providerId="ADAL" clId="{FB0A4625-5635-42D2-81C4-3227F1CAD932}" dt="2025-10-27T15:20:40.247" v="3723"/>
          <ac:spMkLst>
            <pc:docMk/>
            <pc:sldMk cId="3741566476" sldId="370"/>
            <ac:spMk id="3" creationId="{554AFEE9-AC04-2C56-99EB-62F9C9AE9E6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741566476" sldId="370"/>
            <ac:spMk id="110" creationId="{3A06874B-307D-6CD3-0F60-AE716BDFFC9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741566476" sldId="370"/>
            <ac:spMk id="111" creationId="{2F99EB32-E459-6117-54E6-60F1DF2D6DD9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741566476" sldId="370"/>
            <ac:spMk id="112" creationId="{6E2F6DC1-6C52-89DE-1386-B0EEB2745E7D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0.806" v="1690"/>
          <ac:picMkLst>
            <pc:docMk/>
            <pc:sldMk cId="3741566476" sldId="370"/>
            <ac:picMk id="2" creationId="{4F5C33B4-8DA3-BBD0-459A-C72B1CDAEE80}"/>
          </ac:picMkLst>
        </pc:picChg>
      </pc:sldChg>
      <pc:sldChg chg="addSp delSp modSp del mod modTransition chgLayout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98941749" sldId="371"/>
        </pc:sldMkLst>
        <pc:spChg chg="add del mod">
          <ac:chgData name="MUHAMMAD IRFAN NABYL BIN MOHAMAD YAAKUB" userId="5f5f9c1a-70e9-4026-b845-667d53078a67" providerId="ADAL" clId="{FB0A4625-5635-42D2-81C4-3227F1CAD932}" dt="2025-10-27T11:18:56.758" v="758" actId="478"/>
          <ac:spMkLst>
            <pc:docMk/>
            <pc:sldMk cId="198941749" sldId="371"/>
            <ac:spMk id="2" creationId="{40E687B3-DD65-F788-9A62-F59EAC332C13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1.214" v="3724"/>
          <ac:spMkLst>
            <pc:docMk/>
            <pc:sldMk cId="198941749" sldId="371"/>
            <ac:spMk id="2" creationId="{A74C9B4D-3CF1-DED4-AD3C-0EBA5D3AC775}"/>
          </ac:spMkLst>
        </pc:spChg>
        <pc:spChg chg="add del mod ord">
          <ac:chgData name="MUHAMMAD IRFAN NABYL BIN MOHAMAD YAAKUB" userId="5f5f9c1a-70e9-4026-b845-667d53078a67" providerId="ADAL" clId="{FB0A4625-5635-42D2-81C4-3227F1CAD932}" dt="2025-10-27T11:18:53.923" v="755" actId="700"/>
          <ac:spMkLst>
            <pc:docMk/>
            <pc:sldMk cId="198941749" sldId="371"/>
            <ac:spMk id="3" creationId="{E3C66AC3-4158-EEE6-DF60-1B6889646250}"/>
          </ac:spMkLst>
        </pc:spChg>
        <pc:spChg chg="add mod">
          <ac:chgData name="MUHAMMAD IRFAN NABYL BIN MOHAMAD YAAKUB" userId="5f5f9c1a-70e9-4026-b845-667d53078a67" providerId="ADAL" clId="{FB0A4625-5635-42D2-81C4-3227F1CAD932}" dt="2025-10-27T11:27:43.350" v="1111" actId="1076"/>
          <ac:spMkLst>
            <pc:docMk/>
            <pc:sldMk cId="198941749" sldId="371"/>
            <ac:spMk id="4" creationId="{78DAC7EB-9D3E-67ED-18A3-A342C71F58C4}"/>
          </ac:spMkLst>
        </pc:spChg>
        <pc:spChg chg="add mod">
          <ac:chgData name="MUHAMMAD IRFAN NABYL BIN MOHAMAD YAAKUB" userId="5f5f9c1a-70e9-4026-b845-667d53078a67" providerId="ADAL" clId="{FB0A4625-5635-42D2-81C4-3227F1CAD932}" dt="2025-10-27T11:19:12.377" v="765" actId="571"/>
          <ac:spMkLst>
            <pc:docMk/>
            <pc:sldMk cId="198941749" sldId="371"/>
            <ac:spMk id="5" creationId="{3D0B4046-69B9-7C4D-273C-3F6282CFFA73}"/>
          </ac:spMkLst>
        </pc:spChg>
        <pc:spChg chg="add mod">
          <ac:chgData name="MUHAMMAD IRFAN NABYL BIN MOHAMAD YAAKUB" userId="5f5f9c1a-70e9-4026-b845-667d53078a67" providerId="ADAL" clId="{FB0A4625-5635-42D2-81C4-3227F1CAD932}" dt="2025-10-27T11:27:22.628" v="1105" actId="6549"/>
          <ac:spMkLst>
            <pc:docMk/>
            <pc:sldMk cId="198941749" sldId="371"/>
            <ac:spMk id="6" creationId="{B4732203-920E-E01D-7799-5FA1D7BD1EEC}"/>
          </ac:spMkLst>
        </pc:spChg>
        <pc:spChg chg="add mod">
          <ac:chgData name="MUHAMMAD IRFAN NABYL BIN MOHAMAD YAAKUB" userId="5f5f9c1a-70e9-4026-b845-667d53078a67" providerId="ADAL" clId="{FB0A4625-5635-42D2-81C4-3227F1CAD932}" dt="2025-10-27T11:27:24.452" v="1107" actId="6549"/>
          <ac:spMkLst>
            <pc:docMk/>
            <pc:sldMk cId="198941749" sldId="371"/>
            <ac:spMk id="7" creationId="{3A997283-BF49-3B85-A7F2-9AF54B11C13E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5:22:21.152" v="3752"/>
          <ac:spMkLst>
            <pc:docMk/>
            <pc:sldMk cId="198941749" sldId="371"/>
            <ac:spMk id="8" creationId="{E025C083-4536-6ED4-6843-662343E7D1E4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2:29.663" v="3753"/>
          <ac:spMkLst>
            <pc:docMk/>
            <pc:sldMk cId="198941749" sldId="371"/>
            <ac:spMk id="9" creationId="{CD78D58A-ABC1-6534-7C35-2328B5CC7776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2:36.794" v="3754"/>
          <ac:spMkLst>
            <pc:docMk/>
            <pc:sldMk cId="198941749" sldId="371"/>
            <ac:spMk id="10" creationId="{B64B3581-4C9B-C6A6-A33C-8779CEA7653E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1:24:28.096" v="1006" actId="478"/>
          <ac:spMkLst>
            <pc:docMk/>
            <pc:sldMk cId="198941749" sldId="371"/>
            <ac:spMk id="11" creationId="{9B1166C8-0320-3418-7B0D-9C49F06F5446}"/>
          </ac:spMkLst>
        </pc:spChg>
        <pc:spChg chg="add mod">
          <ac:chgData name="MUHAMMAD IRFAN NABYL BIN MOHAMAD YAAKUB" userId="5f5f9c1a-70e9-4026-b845-667d53078a67" providerId="ADAL" clId="{FB0A4625-5635-42D2-81C4-3227F1CAD932}" dt="2025-10-27T11:27:45.710" v="1113" actId="571"/>
          <ac:spMkLst>
            <pc:docMk/>
            <pc:sldMk cId="198941749" sldId="371"/>
            <ac:spMk id="12" creationId="{7AF9FF9A-5EF5-EB87-1DC9-944FA6A5DCB4}"/>
          </ac:spMkLst>
        </pc:spChg>
        <pc:spChg chg="mod ord">
          <ac:chgData name="MUHAMMAD IRFAN NABYL BIN MOHAMAD YAAKUB" userId="5f5f9c1a-70e9-4026-b845-667d53078a67" providerId="ADAL" clId="{FB0A4625-5635-42D2-81C4-3227F1CAD932}" dt="2025-10-27T11:40:39.500" v="1135" actId="20577"/>
          <ac:spMkLst>
            <pc:docMk/>
            <pc:sldMk cId="198941749" sldId="371"/>
            <ac:spMk id="110" creationId="{C81E64F8-A9B9-8519-3766-7BAEDA8A3B66}"/>
          </ac:spMkLst>
        </pc:spChg>
        <pc:spChg chg="mod ord">
          <ac:chgData name="MUHAMMAD IRFAN NABYL BIN MOHAMAD YAAKUB" userId="5f5f9c1a-70e9-4026-b845-667d53078a67" providerId="ADAL" clId="{FB0A4625-5635-42D2-81C4-3227F1CAD932}" dt="2025-10-27T11:18:53.923" v="755" actId="700"/>
          <ac:spMkLst>
            <pc:docMk/>
            <pc:sldMk cId="198941749" sldId="371"/>
            <ac:spMk id="112" creationId="{E766D9DE-6122-5511-D43F-F4D54D4222BE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1.175" v="1691"/>
          <ac:picMkLst>
            <pc:docMk/>
            <pc:sldMk cId="198941749" sldId="371"/>
            <ac:picMk id="13" creationId="{DBDBFF86-3941-2B8E-FFEC-BFDED1218998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414364000" sldId="372"/>
        </pc:sldMkLst>
        <pc:spChg chg="add mod">
          <ac:chgData name="MUHAMMAD IRFAN NABYL BIN MOHAMAD YAAKUB" userId="5f5f9c1a-70e9-4026-b845-667d53078a67" providerId="ADAL" clId="{FB0A4625-5635-42D2-81C4-3227F1CAD932}" dt="2025-10-27T15:20:43.062" v="3727"/>
          <ac:spMkLst>
            <pc:docMk/>
            <pc:sldMk cId="414364000" sldId="372"/>
            <ac:spMk id="3" creationId="{267B5FE9-D096-9081-C1D1-A5517EB87CA1}"/>
          </ac:spMkLst>
        </pc:spChg>
        <pc:spChg chg="mod">
          <ac:chgData name="MUHAMMAD IRFAN NABYL BIN MOHAMAD YAAKUB" userId="5f5f9c1a-70e9-4026-b845-667d53078a67" providerId="ADAL" clId="{FB0A4625-5635-42D2-81C4-3227F1CAD932}" dt="2025-10-27T11:56:16.588" v="1235" actId="404"/>
          <ac:spMkLst>
            <pc:docMk/>
            <pc:sldMk cId="414364000" sldId="372"/>
            <ac:spMk id="8" creationId="{216486E4-A5BC-154F-43F6-4B4F02161D7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4364000" sldId="372"/>
            <ac:spMk id="110" creationId="{A74E70C3-8777-00DA-FFB1-268F2823AD02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4364000" sldId="372"/>
            <ac:spMk id="112" creationId="{751FD2D0-0452-7864-386A-A8D3081E65D0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3.268" v="1694"/>
          <ac:picMkLst>
            <pc:docMk/>
            <pc:sldMk cId="414364000" sldId="372"/>
            <ac:picMk id="2" creationId="{64D9F5B2-A98D-5DF0-7817-C15D00ABC685}"/>
          </ac:picMkLst>
        </pc:picChg>
      </pc:sldChg>
      <pc:sldChg chg="addSp modSp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707319166" sldId="373"/>
        </pc:sldMkLst>
        <pc:spChg chg="add mod">
          <ac:chgData name="MUHAMMAD IRFAN NABYL BIN MOHAMAD YAAKUB" userId="5f5f9c1a-70e9-4026-b845-667d53078a67" providerId="ADAL" clId="{FB0A4625-5635-42D2-81C4-3227F1CAD932}" dt="2025-10-27T15:20:43.512" v="3728"/>
          <ac:spMkLst>
            <pc:docMk/>
            <pc:sldMk cId="2707319166" sldId="373"/>
            <ac:spMk id="4" creationId="{DFEAB209-996A-0E2E-47F8-351927F066C5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707319166" sldId="373"/>
            <ac:spMk id="110" creationId="{5E6C8294-704A-3778-8965-0B1B9B00683C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707319166" sldId="373"/>
            <ac:spMk id="112" creationId="{47E220BE-F35C-959B-2769-DDEBDEF7AD7D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3.597" v="1695"/>
          <ac:picMkLst>
            <pc:docMk/>
            <pc:sldMk cId="2707319166" sldId="373"/>
            <ac:picMk id="2" creationId="{1C13D171-C067-A109-F3CC-90EBAA6AFC83}"/>
          </ac:picMkLst>
        </pc:picChg>
      </pc:sldChg>
      <pc:sldChg chg="del">
        <pc:chgData name="MUHAMMAD IRFAN NABYL BIN MOHAMAD YAAKUB" userId="5f5f9c1a-70e9-4026-b845-667d53078a67" providerId="ADAL" clId="{FB0A4625-5635-42D2-81C4-3227F1CAD932}" dt="2025-10-27T07:58:41.255" v="208" actId="47"/>
        <pc:sldMkLst>
          <pc:docMk/>
          <pc:sldMk cId="3298209503" sldId="374"/>
        </pc:sldMkLst>
      </pc:sldChg>
      <pc:sldChg chg="addSp delSp modSp add del mod or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933396993" sldId="374"/>
        </pc:sldMkLst>
        <pc:spChg chg="add mod">
          <ac:chgData name="MUHAMMAD IRFAN NABYL BIN MOHAMAD YAAKUB" userId="5f5f9c1a-70e9-4026-b845-667d53078a67" providerId="ADAL" clId="{FB0A4625-5635-42D2-81C4-3227F1CAD932}" dt="2025-10-27T11:56:09.790" v="1234" actId="404"/>
          <ac:spMkLst>
            <pc:docMk/>
            <pc:sldMk cId="3933396993" sldId="374"/>
            <ac:spMk id="2" creationId="{FD3C6F35-66D3-0291-3B64-1697DC39DEB0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4.563" v="3729"/>
          <ac:spMkLst>
            <pc:docMk/>
            <pc:sldMk cId="3933396993" sldId="374"/>
            <ac:spMk id="4" creationId="{9779974F-7A96-F15C-B1B3-5A72231638E1}"/>
          </ac:spMkLst>
        </pc:spChg>
        <pc:spChg chg="del">
          <ac:chgData name="MUHAMMAD IRFAN NABYL BIN MOHAMAD YAAKUB" userId="5f5f9c1a-70e9-4026-b845-667d53078a67" providerId="ADAL" clId="{FB0A4625-5635-42D2-81C4-3227F1CAD932}" dt="2025-10-27T08:01:28.464" v="213" actId="478"/>
          <ac:spMkLst>
            <pc:docMk/>
            <pc:sldMk cId="3933396993" sldId="374"/>
            <ac:spMk id="8" creationId="{598F2E3A-386A-77ED-E98E-E83F6BDC5087}"/>
          </ac:spMkLst>
        </pc:spChg>
        <pc:spChg chg="mod">
          <ac:chgData name="MUHAMMAD IRFAN NABYL BIN MOHAMAD YAAKUB" userId="5f5f9c1a-70e9-4026-b845-667d53078a67" providerId="ADAL" clId="{FB0A4625-5635-42D2-81C4-3227F1CAD932}" dt="2025-10-27T11:56:43.216" v="1242" actId="20577"/>
          <ac:spMkLst>
            <pc:docMk/>
            <pc:sldMk cId="3933396993" sldId="374"/>
            <ac:spMk id="110" creationId="{0E104973-F2E5-9FA4-048C-5E3B25CD9BD6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3933396993" sldId="374"/>
            <ac:spMk id="112" creationId="{7A5D566B-2EF1-72DA-68A5-3A3A80F3D1D4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4.576" v="1696"/>
          <ac:picMkLst>
            <pc:docMk/>
            <pc:sldMk cId="3933396993" sldId="374"/>
            <ac:picMk id="3" creationId="{07407A39-1797-BD08-20EE-3DBDD7F07453}"/>
          </ac:picMkLst>
        </pc:pic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179230678" sldId="375"/>
        </pc:sldMkLst>
        <pc:spChg chg="add mod">
          <ac:chgData name="MUHAMMAD IRFAN NABYL BIN MOHAMAD YAAKUB" userId="5f5f9c1a-70e9-4026-b845-667d53078a67" providerId="ADAL" clId="{FB0A4625-5635-42D2-81C4-3227F1CAD932}" dt="2025-10-27T15:20:46.464" v="3732"/>
          <ac:spMkLst>
            <pc:docMk/>
            <pc:sldMk cId="1179230678" sldId="375"/>
            <ac:spMk id="2" creationId="{99E30F72-21CA-B912-406F-0E533819A445}"/>
          </ac:spMkLst>
        </pc:spChg>
        <pc:spChg chg="del mod">
          <ac:chgData name="MUHAMMAD IRFAN NABYL BIN MOHAMAD YAAKUB" userId="5f5f9c1a-70e9-4026-b845-667d53078a67" providerId="ADAL" clId="{FB0A4625-5635-42D2-81C4-3227F1CAD932}" dt="2025-10-27T08:04:09.312" v="310" actId="478"/>
          <ac:spMkLst>
            <pc:docMk/>
            <pc:sldMk cId="1179230678" sldId="375"/>
            <ac:spMk id="2" creationId="{D121A242-791E-4F59-7E50-307A3459CD50}"/>
          </ac:spMkLst>
        </pc:spChg>
        <pc:spChg chg="mod">
          <ac:chgData name="MUHAMMAD IRFAN NABYL BIN MOHAMAD YAAKUB" userId="5f5f9c1a-70e9-4026-b845-667d53078a67" providerId="ADAL" clId="{FB0A4625-5635-42D2-81C4-3227F1CAD932}" dt="2025-10-27T11:56:46.025" v="1245" actId="20577"/>
          <ac:spMkLst>
            <pc:docMk/>
            <pc:sldMk cId="1179230678" sldId="375"/>
            <ac:spMk id="110" creationId="{6FC1DB65-27A5-7815-4F08-5E72EBC06214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79230678" sldId="375"/>
            <ac:spMk id="112" creationId="{FC5EE51E-8C71-27E7-1857-50864C19536E}"/>
          </ac:spMkLst>
        </pc:spChg>
        <pc:picChg chg="add del mod">
          <ac:chgData name="MUHAMMAD IRFAN NABYL BIN MOHAMAD YAAKUB" userId="5f5f9c1a-70e9-4026-b845-667d53078a67" providerId="ADAL" clId="{FB0A4625-5635-42D2-81C4-3227F1CAD932}" dt="2025-10-27T11:52:31.410" v="1195" actId="478"/>
          <ac:picMkLst>
            <pc:docMk/>
            <pc:sldMk cId="1179230678" sldId="375"/>
            <ac:picMk id="4" creationId="{9E8E492B-5F9B-BC3F-02F3-59DCFED01820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1:52:30.091" v="1194" actId="14100"/>
          <ac:picMkLst>
            <pc:docMk/>
            <pc:sldMk cId="1179230678" sldId="375"/>
            <ac:picMk id="6" creationId="{7BC710F6-DFF0-D23A-1148-85C9CF8C33DE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6.582" v="1699"/>
          <ac:picMkLst>
            <pc:docMk/>
            <pc:sldMk cId="1179230678" sldId="375"/>
            <ac:picMk id="7" creationId="{65B10476-DD17-C758-26EF-42280C47C251}"/>
          </ac:picMkLst>
        </pc:pic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093601973" sldId="376"/>
        </pc:sldMkLst>
        <pc:spChg chg="add mod">
          <ac:chgData name="MUHAMMAD IRFAN NABYL BIN MOHAMAD YAAKUB" userId="5f5f9c1a-70e9-4026-b845-667d53078a67" providerId="ADAL" clId="{FB0A4625-5635-42D2-81C4-3227F1CAD932}" dt="2025-10-27T15:20:42.620" v="3726"/>
          <ac:spMkLst>
            <pc:docMk/>
            <pc:sldMk cId="2093601973" sldId="376"/>
            <ac:spMk id="2" creationId="{E51EA817-0AA7-CBFC-FEAF-1DD0EC06B191}"/>
          </ac:spMkLst>
        </pc:spChg>
        <pc:spChg chg="del">
          <ac:chgData name="MUHAMMAD IRFAN NABYL BIN MOHAMAD YAAKUB" userId="5f5f9c1a-70e9-4026-b845-667d53078a67" providerId="ADAL" clId="{FB0A4625-5635-42D2-81C4-3227F1CAD932}" dt="2025-10-27T08:10:11.165" v="459" actId="478"/>
          <ac:spMkLst>
            <pc:docMk/>
            <pc:sldMk cId="2093601973" sldId="376"/>
            <ac:spMk id="8" creationId="{E83A5459-1AC7-9768-6DC9-5B4D422D394E}"/>
          </ac:spMkLst>
        </pc:spChg>
        <pc:spChg chg="mod">
          <ac:chgData name="MUHAMMAD IRFAN NABYL BIN MOHAMAD YAAKUB" userId="5f5f9c1a-70e9-4026-b845-667d53078a67" providerId="ADAL" clId="{FB0A4625-5635-42D2-81C4-3227F1CAD932}" dt="2025-10-27T11:40:37.251" v="1133" actId="20577"/>
          <ac:spMkLst>
            <pc:docMk/>
            <pc:sldMk cId="2093601973" sldId="376"/>
            <ac:spMk id="110" creationId="{C6D31F68-6BFF-1168-506A-C22A6D01FC53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093601973" sldId="376"/>
            <ac:spMk id="112" creationId="{D7883AFB-E839-34F2-9ECD-8D5AC481EBF9}"/>
          </ac:spMkLst>
        </pc:spChg>
        <pc:picChg chg="add mod">
          <ac:chgData name="MUHAMMAD IRFAN NABYL BIN MOHAMAD YAAKUB" userId="5f5f9c1a-70e9-4026-b845-667d53078a67" providerId="ADAL" clId="{FB0A4625-5635-42D2-81C4-3227F1CAD932}" dt="2025-10-27T08:10:15.271" v="462" actId="14100"/>
          <ac:picMkLst>
            <pc:docMk/>
            <pc:sldMk cId="2093601973" sldId="376"/>
            <ac:picMk id="3" creationId="{1B6307F4-1DF3-F7EE-1F02-8FE0974C471A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2.455" v="1693"/>
          <ac:picMkLst>
            <pc:docMk/>
            <pc:sldMk cId="2093601973" sldId="376"/>
            <ac:picMk id="4" creationId="{A0C21341-EE41-F91C-9A37-9C0425CA63D6}"/>
          </ac:picMkLst>
        </pc:picChg>
      </pc:sldChg>
      <pc:sldChg chg="add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921341496" sldId="377"/>
        </pc:sldMkLst>
        <pc:spChg chg="mod">
          <ac:chgData name="MUHAMMAD IRFAN NABYL BIN MOHAMAD YAAKUB" userId="5f5f9c1a-70e9-4026-b845-667d53078a67" providerId="ADAL" clId="{FB0A4625-5635-42D2-81C4-3227F1CAD932}" dt="2025-10-27T11:56:32.598" v="1238" actId="404"/>
          <ac:spMkLst>
            <pc:docMk/>
            <pc:sldMk cId="2921341496" sldId="377"/>
            <ac:spMk id="2" creationId="{142C3D1B-0425-90E0-2F15-1CD4FB8C62F5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4.915" v="3730"/>
          <ac:spMkLst>
            <pc:docMk/>
            <pc:sldMk cId="2921341496" sldId="377"/>
            <ac:spMk id="4" creationId="{F07857FB-BD71-3CA9-A946-0147A09D21B1}"/>
          </ac:spMkLst>
        </pc:spChg>
        <pc:spChg chg="mod">
          <ac:chgData name="MUHAMMAD IRFAN NABYL BIN MOHAMAD YAAKUB" userId="5f5f9c1a-70e9-4026-b845-667d53078a67" providerId="ADAL" clId="{FB0A4625-5635-42D2-81C4-3227F1CAD932}" dt="2025-10-27T11:56:44.224" v="1243" actId="20577"/>
          <ac:spMkLst>
            <pc:docMk/>
            <pc:sldMk cId="2921341496" sldId="377"/>
            <ac:spMk id="110" creationId="{2DA091D3-110B-3CA7-5828-146436EF1F8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921341496" sldId="377"/>
            <ac:spMk id="112" creationId="{2AF9273B-DBC4-FC46-4EB7-2D39CB5A862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4.903" v="1697"/>
          <ac:picMkLst>
            <pc:docMk/>
            <pc:sldMk cId="2921341496" sldId="377"/>
            <ac:picMk id="3" creationId="{0548BF33-52DB-64F0-2A4B-0601A12BEE64}"/>
          </ac:picMkLst>
        </pc:picChg>
      </pc:sldChg>
      <pc:sldChg chg="modSp add del mod ord">
        <pc:chgData name="MUHAMMAD IRFAN NABYL BIN MOHAMAD YAAKUB" userId="5f5f9c1a-70e9-4026-b845-667d53078a67" providerId="ADAL" clId="{FB0A4625-5635-42D2-81C4-3227F1CAD932}" dt="2025-10-27T11:52:48.699" v="1197" actId="47"/>
        <pc:sldMkLst>
          <pc:docMk/>
          <pc:sldMk cId="2408126421" sldId="378"/>
        </pc:sldMkLst>
        <pc:spChg chg="mod">
          <ac:chgData name="MUHAMMAD IRFAN NABYL BIN MOHAMAD YAAKUB" userId="5f5f9c1a-70e9-4026-b845-667d53078a67" providerId="ADAL" clId="{FB0A4625-5635-42D2-81C4-3227F1CAD932}" dt="2025-10-27T11:13:19.919" v="685" actId="313"/>
          <ac:spMkLst>
            <pc:docMk/>
            <pc:sldMk cId="2408126421" sldId="378"/>
            <ac:spMk id="2" creationId="{8A229C3F-971A-41A9-4C90-8FE28C2B0F3C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08126421" sldId="378"/>
            <ac:spMk id="110" creationId="{ABF67D1E-3621-EA34-2F25-2BA6320EFE07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408126421" sldId="378"/>
            <ac:spMk id="112" creationId="{3BD3AD2C-7094-412F-CC8A-141C57520BFF}"/>
          </ac:spMkLst>
        </pc:spChg>
      </pc:sldChg>
      <pc:sldChg chg="addSp delSp modSp add del mod or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885049083" sldId="379"/>
        </pc:sldMkLst>
        <pc:spChg chg="add del mod">
          <ac:chgData name="MUHAMMAD IRFAN NABYL BIN MOHAMAD YAAKUB" userId="5f5f9c1a-70e9-4026-b845-667d53078a67" providerId="ADAL" clId="{FB0A4625-5635-42D2-81C4-3227F1CAD932}" dt="2025-10-27T12:02:48.607" v="1287" actId="478"/>
          <ac:spMkLst>
            <pc:docMk/>
            <pc:sldMk cId="1885049083" sldId="379"/>
            <ac:spMk id="2" creationId="{3C0F67F5-4644-6481-C184-B2447FA0E609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6.917" v="3733"/>
          <ac:spMkLst>
            <pc:docMk/>
            <pc:sldMk cId="1885049083" sldId="379"/>
            <ac:spMk id="2" creationId="{DB1C7151-9D1A-8746-A4DD-E0C52535D4CB}"/>
          </ac:spMkLst>
        </pc:spChg>
        <pc:spChg chg="add mod">
          <ac:chgData name="MUHAMMAD IRFAN NABYL BIN MOHAMAD YAAKUB" userId="5f5f9c1a-70e9-4026-b845-667d53078a67" providerId="ADAL" clId="{FB0A4625-5635-42D2-81C4-3227F1CAD932}" dt="2025-10-27T12:12:23.876" v="1462"/>
          <ac:spMkLst>
            <pc:docMk/>
            <pc:sldMk cId="1885049083" sldId="379"/>
            <ac:spMk id="3" creationId="{B3CF5B34-E8FC-9009-C051-43D919854EE8}"/>
          </ac:spMkLst>
        </pc:spChg>
        <pc:spChg chg="add mod">
          <ac:chgData name="MUHAMMAD IRFAN NABYL BIN MOHAMAD YAAKUB" userId="5f5f9c1a-70e9-4026-b845-667d53078a67" providerId="ADAL" clId="{FB0A4625-5635-42D2-81C4-3227F1CAD932}" dt="2025-10-27T12:11:53.406" v="1452"/>
          <ac:spMkLst>
            <pc:docMk/>
            <pc:sldMk cId="1885049083" sldId="379"/>
            <ac:spMk id="4" creationId="{09B2F07E-6F9F-D994-802D-A47E85F5671D}"/>
          </ac:spMkLst>
        </pc:spChg>
        <pc:spChg chg="add mod">
          <ac:chgData name="MUHAMMAD IRFAN NABYL BIN MOHAMAD YAAKUB" userId="5f5f9c1a-70e9-4026-b845-667d53078a67" providerId="ADAL" clId="{FB0A4625-5635-42D2-81C4-3227F1CAD932}" dt="2025-10-27T12:11:52.044" v="1444"/>
          <ac:spMkLst>
            <pc:docMk/>
            <pc:sldMk cId="1885049083" sldId="379"/>
            <ac:spMk id="5" creationId="{F1E0CE87-4A88-532F-264B-A0CCEE213BF9}"/>
          </ac:spMkLst>
        </pc:spChg>
        <pc:spChg chg="add mod">
          <ac:chgData name="MUHAMMAD IRFAN NABYL BIN MOHAMAD YAAKUB" userId="5f5f9c1a-70e9-4026-b845-667d53078a67" providerId="ADAL" clId="{FB0A4625-5635-42D2-81C4-3227F1CAD932}" dt="2025-10-27T12:11:08.213" v="1426" actId="571"/>
          <ac:spMkLst>
            <pc:docMk/>
            <pc:sldMk cId="1885049083" sldId="379"/>
            <ac:spMk id="6" creationId="{91C8C3A6-6C4A-79E0-E3E0-C33B17F81ACD}"/>
          </ac:spMkLst>
        </pc:spChg>
        <pc:spChg chg="mod">
          <ac:chgData name="MUHAMMAD IRFAN NABYL BIN MOHAMAD YAAKUB" userId="5f5f9c1a-70e9-4026-b845-667d53078a67" providerId="ADAL" clId="{FB0A4625-5635-42D2-81C4-3227F1CAD932}" dt="2025-10-27T12:11:53.770" v="1454"/>
          <ac:spMkLst>
            <pc:docMk/>
            <pc:sldMk cId="1885049083" sldId="379"/>
            <ac:spMk id="8" creationId="{084DB257-1A9F-C5A2-F28E-9E144A655395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85049083" sldId="379"/>
            <ac:spMk id="110" creationId="{5E6957CA-0A54-7E27-E286-7C0EBBCFD99B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885049083" sldId="379"/>
            <ac:spMk id="112" creationId="{184853D9-405C-E2D2-49A0-C42637E376D9}"/>
          </ac:spMkLst>
        </pc:spChg>
        <pc:picChg chg="add del">
          <ac:chgData name="MUHAMMAD IRFAN NABYL BIN MOHAMAD YAAKUB" userId="5f5f9c1a-70e9-4026-b845-667d53078a67" providerId="ADAL" clId="{FB0A4625-5635-42D2-81C4-3227F1CAD932}" dt="2025-10-27T12:28:30.642" v="1545" actId="22"/>
          <ac:picMkLst>
            <pc:docMk/>
            <pc:sldMk cId="1885049083" sldId="379"/>
            <ac:picMk id="9" creationId="{7951EA3F-28DF-BA44-9BD8-FEF1A62153B2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6.910" v="1700"/>
          <ac:picMkLst>
            <pc:docMk/>
            <pc:sldMk cId="1885049083" sldId="379"/>
            <ac:picMk id="10" creationId="{763526F3-2CE4-4548-AA98-C2068DB29775}"/>
          </ac:picMkLst>
        </pc:picChg>
      </pc:sldChg>
      <pc:sldChg chg="modSp add del mod">
        <pc:chgData name="MUHAMMAD IRFAN NABYL BIN MOHAMAD YAAKUB" userId="5f5f9c1a-70e9-4026-b845-667d53078a67" providerId="ADAL" clId="{FB0A4625-5635-42D2-81C4-3227F1CAD932}" dt="2025-10-27T12:08:00.237" v="1331" actId="47"/>
        <pc:sldMkLst>
          <pc:docMk/>
          <pc:sldMk cId="2899466433" sldId="380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899466433" sldId="380"/>
            <ac:spMk id="8" creationId="{944BC026-BE49-6675-1E93-EB9D9A5AF388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899466433" sldId="380"/>
            <ac:spMk id="110" creationId="{1134507D-3BEC-C078-A054-3C181C5888BA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2899466433" sldId="380"/>
            <ac:spMk id="112" creationId="{E98D645D-BEE1-DC75-52C2-9E647045B9D0}"/>
          </ac:spMkLst>
        </pc:spChg>
      </pc:sldChg>
      <pc:sldChg chg="modSp add del mod">
        <pc:chgData name="MUHAMMAD IRFAN NABYL BIN MOHAMAD YAAKUB" userId="5f5f9c1a-70e9-4026-b845-667d53078a67" providerId="ADAL" clId="{FB0A4625-5635-42D2-81C4-3227F1CAD932}" dt="2025-10-27T12:13:16.371" v="1472" actId="47"/>
        <pc:sldMkLst>
          <pc:docMk/>
          <pc:sldMk cId="1110763158" sldId="381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10763158" sldId="381"/>
            <ac:spMk id="8" creationId="{287368EB-F0D5-AD06-5F6B-B50E2553F176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10763158" sldId="381"/>
            <ac:spMk id="110" creationId="{0F2417DA-72A7-6FC3-B920-F641CCAFFC74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110763158" sldId="381"/>
            <ac:spMk id="112" creationId="{7348841C-1A9F-F6CA-1C11-766B6E125AD0}"/>
          </ac:spMkLst>
        </pc:spChg>
      </pc:sldChg>
      <pc:sldChg chg="modSp add del mod">
        <pc:chgData name="MUHAMMAD IRFAN NABYL BIN MOHAMAD YAAKUB" userId="5f5f9c1a-70e9-4026-b845-667d53078a67" providerId="ADAL" clId="{FB0A4625-5635-42D2-81C4-3227F1CAD932}" dt="2025-10-27T12:13:16.371" v="1472" actId="47"/>
        <pc:sldMkLst>
          <pc:docMk/>
          <pc:sldMk cId="1321385485" sldId="382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321385485" sldId="382"/>
            <ac:spMk id="8" creationId="{5CA3291D-35A7-F292-0D7B-E4E8A5ADF94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321385485" sldId="382"/>
            <ac:spMk id="110" creationId="{49DDBCC1-F7C6-0253-AAC1-D7A436D35EEE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1321385485" sldId="382"/>
            <ac:spMk id="112" creationId="{06EBB982-C534-60B8-3D8A-7111AD30947C}"/>
          </ac:spMkLst>
        </pc:spChg>
      </pc:sldChg>
      <pc:sldChg chg="add del">
        <pc:chgData name="MUHAMMAD IRFAN NABYL BIN MOHAMAD YAAKUB" userId="5f5f9c1a-70e9-4026-b845-667d53078a67" providerId="ADAL" clId="{FB0A4625-5635-42D2-81C4-3227F1CAD932}" dt="2025-10-27T10:08:58.355" v="498" actId="2890"/>
        <pc:sldMkLst>
          <pc:docMk/>
          <pc:sldMk cId="1774866455" sldId="383"/>
        </pc:sldMkLst>
      </pc:sldChg>
      <pc:sldChg chg="modSp add del mod">
        <pc:chgData name="MUHAMMAD IRFAN NABYL BIN MOHAMAD YAAKUB" userId="5f5f9c1a-70e9-4026-b845-667d53078a67" providerId="ADAL" clId="{FB0A4625-5635-42D2-81C4-3227F1CAD932}" dt="2025-10-27T12:13:16.371" v="1472" actId="47"/>
        <pc:sldMkLst>
          <pc:docMk/>
          <pc:sldMk cId="4175544566" sldId="383"/>
        </pc:sldMkLst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75544566" sldId="383"/>
            <ac:spMk id="8" creationId="{864DB8DB-8F9B-2CED-BF85-F82B6ADC247D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75544566" sldId="383"/>
            <ac:spMk id="110" creationId="{AE82634D-78D5-07CC-3450-74794F237248}"/>
          </ac:spMkLst>
        </pc:spChg>
        <pc:spChg chg="mod">
          <ac:chgData name="MUHAMMAD IRFAN NABYL BIN MOHAMAD YAAKUB" userId="5f5f9c1a-70e9-4026-b845-667d53078a67" providerId="ADAL" clId="{FB0A4625-5635-42D2-81C4-3227F1CAD932}" dt="2025-10-27T10:20:52.423" v="502" actId="790"/>
          <ac:spMkLst>
            <pc:docMk/>
            <pc:sldMk cId="4175544566" sldId="383"/>
            <ac:spMk id="112" creationId="{ECBC5681-57C2-22CB-EC1E-268F048B1EDE}"/>
          </ac:spMkLst>
        </pc:spChg>
      </pc:sldChg>
      <pc:sldChg chg="add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909124805" sldId="384"/>
        </pc:sldMkLst>
        <pc:spChg chg="add mod">
          <ac:chgData name="MUHAMMAD IRFAN NABYL BIN MOHAMAD YAAKUB" userId="5f5f9c1a-70e9-4026-b845-667d53078a67" providerId="ADAL" clId="{FB0A4625-5635-42D2-81C4-3227F1CAD932}" dt="2025-10-27T15:20:41.577" v="3725"/>
          <ac:spMkLst>
            <pc:docMk/>
            <pc:sldMk cId="3909124805" sldId="384"/>
            <ac:spMk id="3" creationId="{EF03F203-8161-83BC-FD54-6DA9EEA11BDC}"/>
          </ac:spMkLst>
        </pc:spChg>
        <pc:spChg chg="mod">
          <ac:chgData name="MUHAMMAD IRFAN NABYL BIN MOHAMAD YAAKUB" userId="5f5f9c1a-70e9-4026-b845-667d53078a67" providerId="ADAL" clId="{FB0A4625-5635-42D2-81C4-3227F1CAD932}" dt="2025-10-27T11:45:36.388" v="1154" actId="20577"/>
          <ac:spMkLst>
            <pc:docMk/>
            <pc:sldMk cId="3909124805" sldId="384"/>
            <ac:spMk id="8" creationId="{84B94D34-BD25-06F0-FD2E-7AFE88629957}"/>
          </ac:spMkLst>
        </pc:spChg>
        <pc:spChg chg="mod">
          <ac:chgData name="MUHAMMAD IRFAN NABYL BIN MOHAMAD YAAKUB" userId="5f5f9c1a-70e9-4026-b845-667d53078a67" providerId="ADAL" clId="{FB0A4625-5635-42D2-81C4-3227F1CAD932}" dt="2025-10-27T11:40:38.507" v="1134" actId="20577"/>
          <ac:spMkLst>
            <pc:docMk/>
            <pc:sldMk cId="3909124805" sldId="384"/>
            <ac:spMk id="110" creationId="{979312EC-C22D-6C26-CC74-81FF0F1285B6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2.144" v="1692"/>
          <ac:picMkLst>
            <pc:docMk/>
            <pc:sldMk cId="3909124805" sldId="384"/>
            <ac:picMk id="2" creationId="{B8BC03D3-8B35-F4C7-E84A-8F40ABA3778C}"/>
          </ac:picMkLst>
        </pc:picChg>
      </pc:sldChg>
      <pc:sldChg chg="add del">
        <pc:chgData name="MUHAMMAD IRFAN NABYL BIN MOHAMAD YAAKUB" userId="5f5f9c1a-70e9-4026-b845-667d53078a67" providerId="ADAL" clId="{FB0A4625-5635-42D2-81C4-3227F1CAD932}" dt="2025-10-27T12:01:58.952" v="1276" actId="47"/>
        <pc:sldMkLst>
          <pc:docMk/>
          <pc:sldMk cId="1340393655" sldId="385"/>
        </pc:sldMkLst>
      </pc:sldChg>
      <pc:sldChg chg="add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624007988" sldId="386"/>
        </pc:sldMkLst>
        <pc:spChg chg="add mod">
          <ac:chgData name="MUHAMMAD IRFAN NABYL BIN MOHAMAD YAAKUB" userId="5f5f9c1a-70e9-4026-b845-667d53078a67" providerId="ADAL" clId="{FB0A4625-5635-42D2-81C4-3227F1CAD932}" dt="2025-10-27T15:20:32.344" v="3715"/>
          <ac:spMkLst>
            <pc:docMk/>
            <pc:sldMk cId="2624007988" sldId="386"/>
            <ac:spMk id="4" creationId="{959D71EA-F489-57D8-820E-00164FE65B65}"/>
          </ac:spMkLst>
        </pc:spChg>
        <pc:spChg chg="mod">
          <ac:chgData name="MUHAMMAD IRFAN NABYL BIN MOHAMAD YAAKUB" userId="5f5f9c1a-70e9-4026-b845-667d53078a67" providerId="ADAL" clId="{FB0A4625-5635-42D2-81C4-3227F1CAD932}" dt="2025-10-27T11:26:50.359" v="1089" actId="404"/>
          <ac:spMkLst>
            <pc:docMk/>
            <pc:sldMk cId="2624007988" sldId="386"/>
            <ac:spMk id="8" creationId="{0AB56672-C078-9ACD-5D67-603A06A816CF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06.717" v="1683"/>
          <ac:picMkLst>
            <pc:docMk/>
            <pc:sldMk cId="2624007988" sldId="386"/>
            <ac:picMk id="2" creationId="{914D3CA6-AD81-7580-F88D-5F2E62E163CE}"/>
          </ac:picMkLst>
        </pc:picChg>
      </pc:sldChg>
      <pc:sldChg chg="add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823799958" sldId="387"/>
        </pc:sldMkLst>
        <pc:spChg chg="mod">
          <ac:chgData name="MUHAMMAD IRFAN NABYL BIN MOHAMAD YAAKUB" userId="5f5f9c1a-70e9-4026-b845-667d53078a67" providerId="ADAL" clId="{FB0A4625-5635-42D2-81C4-3227F1CAD932}" dt="2025-10-27T11:58:53.308" v="1269" actId="20577"/>
          <ac:spMkLst>
            <pc:docMk/>
            <pc:sldMk cId="823799958" sldId="387"/>
            <ac:spMk id="2" creationId="{20658484-8840-8D60-F2BD-CB60614F2B6E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45.297" v="3731"/>
          <ac:spMkLst>
            <pc:docMk/>
            <pc:sldMk cId="823799958" sldId="387"/>
            <ac:spMk id="4" creationId="{D8577650-DC4E-91E6-25FF-F69C46DA5AF6}"/>
          </ac:spMkLst>
        </pc:spChg>
        <pc:spChg chg="mod">
          <ac:chgData name="MUHAMMAD IRFAN NABYL BIN MOHAMAD YAAKUB" userId="5f5f9c1a-70e9-4026-b845-667d53078a67" providerId="ADAL" clId="{FB0A4625-5635-42D2-81C4-3227F1CAD932}" dt="2025-10-27T11:56:45.119" v="1244" actId="20577"/>
          <ac:spMkLst>
            <pc:docMk/>
            <pc:sldMk cId="823799958" sldId="387"/>
            <ac:spMk id="110" creationId="{93A0518D-70C0-3FE1-AF03-4B2E0B909166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5.260" v="1698"/>
          <ac:picMkLst>
            <pc:docMk/>
            <pc:sldMk cId="823799958" sldId="387"/>
            <ac:picMk id="3" creationId="{A88820CC-E2EB-0AE4-32B7-86F8936734BE}"/>
          </ac:picMkLst>
        </pc:picChg>
      </pc:sldChg>
      <pc:sldChg chg="new del">
        <pc:chgData name="MUHAMMAD IRFAN NABYL BIN MOHAMAD YAAKUB" userId="5f5f9c1a-70e9-4026-b845-667d53078a67" providerId="ADAL" clId="{FB0A4625-5635-42D2-81C4-3227F1CAD932}" dt="2025-10-27T11:18:42.102" v="753" actId="680"/>
        <pc:sldMkLst>
          <pc:docMk/>
          <pc:sldMk cId="3026090617" sldId="387"/>
        </pc:sldMkLst>
      </pc:sldChg>
      <pc:sldChg chg="modSp add del ord">
        <pc:chgData name="MUHAMMAD IRFAN NABYL BIN MOHAMAD YAAKUB" userId="5f5f9c1a-70e9-4026-b845-667d53078a67" providerId="ADAL" clId="{FB0A4625-5635-42D2-81C4-3227F1CAD932}" dt="2025-10-27T12:12:25.224" v="1463" actId="47"/>
        <pc:sldMkLst>
          <pc:docMk/>
          <pc:sldMk cId="3443591656" sldId="388"/>
        </pc:sldMkLst>
        <pc:spChg chg="mod">
          <ac:chgData name="MUHAMMAD IRFAN NABYL BIN MOHAMAD YAAKUB" userId="5f5f9c1a-70e9-4026-b845-667d53078a67" providerId="ADAL" clId="{FB0A4625-5635-42D2-81C4-3227F1CAD932}" dt="2025-10-27T12:07:58.263" v="1330"/>
          <ac:spMkLst>
            <pc:docMk/>
            <pc:sldMk cId="3443591656" sldId="388"/>
            <ac:spMk id="110" creationId="{7ABE84D2-A1C4-6FEB-F4ED-594B4C05D2F0}"/>
          </ac:spMkLst>
        </pc:sp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111763334" sldId="389"/>
        </pc:sldMkLst>
        <pc:spChg chg="add mod">
          <ac:chgData name="MUHAMMAD IRFAN NABYL BIN MOHAMAD YAAKUB" userId="5f5f9c1a-70e9-4026-b845-667d53078a67" providerId="ADAL" clId="{FB0A4625-5635-42D2-81C4-3227F1CAD932}" dt="2025-10-27T15:20:48.010" v="3734"/>
          <ac:spMkLst>
            <pc:docMk/>
            <pc:sldMk cId="2111763334" sldId="389"/>
            <ac:spMk id="4" creationId="{2910727D-C0A9-B8A0-85B1-3FAF774D6380}"/>
          </ac:spMkLst>
        </pc:spChg>
        <pc:spChg chg="del">
          <ac:chgData name="MUHAMMAD IRFAN NABYL BIN MOHAMAD YAAKUB" userId="5f5f9c1a-70e9-4026-b845-667d53078a67" providerId="ADAL" clId="{FB0A4625-5635-42D2-81C4-3227F1CAD932}" dt="2025-10-27T12:12:42.190" v="1467" actId="478"/>
          <ac:spMkLst>
            <pc:docMk/>
            <pc:sldMk cId="2111763334" sldId="389"/>
            <ac:spMk id="4" creationId="{79D59F2A-D44E-0BA2-93D2-C003CFCD7921}"/>
          </ac:spMkLst>
        </pc:spChg>
        <pc:spChg chg="del">
          <ac:chgData name="MUHAMMAD IRFAN NABYL BIN MOHAMAD YAAKUB" userId="5f5f9c1a-70e9-4026-b845-667d53078a67" providerId="ADAL" clId="{FB0A4625-5635-42D2-81C4-3227F1CAD932}" dt="2025-10-27T12:12:44.905" v="1468" actId="478"/>
          <ac:spMkLst>
            <pc:docMk/>
            <pc:sldMk cId="2111763334" sldId="389"/>
            <ac:spMk id="5" creationId="{58B1E52E-CB9E-B4D6-0740-004BBBB7B605}"/>
          </ac:spMkLst>
        </pc:spChg>
        <pc:spChg chg="mod">
          <ac:chgData name="MUHAMMAD IRFAN NABYL BIN MOHAMAD YAAKUB" userId="5f5f9c1a-70e9-4026-b845-667d53078a67" providerId="ADAL" clId="{FB0A4625-5635-42D2-81C4-3227F1CAD932}" dt="2025-10-27T12:12:47.324" v="1471"/>
          <ac:spMkLst>
            <pc:docMk/>
            <pc:sldMk cId="2111763334" sldId="389"/>
            <ac:spMk id="8" creationId="{08FE46E6-C673-9795-77E4-19125C5597CB}"/>
          </ac:spMkLst>
        </pc:spChg>
        <pc:spChg chg="mod">
          <ac:chgData name="MUHAMMAD IRFAN NABYL BIN MOHAMAD YAAKUB" userId="5f5f9c1a-70e9-4026-b845-667d53078a67" providerId="ADAL" clId="{FB0A4625-5635-42D2-81C4-3227F1CAD932}" dt="2025-10-27T12:12:14.806" v="1459"/>
          <ac:spMkLst>
            <pc:docMk/>
            <pc:sldMk cId="2111763334" sldId="389"/>
            <ac:spMk id="110" creationId="{7AC4E52E-A304-DA65-F0B0-E1F4AFCC8819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39:17.253" v="1701"/>
          <ac:picMkLst>
            <pc:docMk/>
            <pc:sldMk cId="2111763334" sldId="389"/>
            <ac:picMk id="2" creationId="{EAAEC076-EF43-08BA-4EEB-D1997D33EF7B}"/>
          </ac:picMkLst>
        </pc:picChg>
      </pc:sldChg>
      <pc:sldChg chg="add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516691139" sldId="390"/>
        </pc:sldMkLst>
        <pc:spChg chg="add mod">
          <ac:chgData name="MUHAMMAD IRFAN NABYL BIN MOHAMAD YAAKUB" userId="5f5f9c1a-70e9-4026-b845-667d53078a67" providerId="ADAL" clId="{FB0A4625-5635-42D2-81C4-3227F1CAD932}" dt="2025-10-27T15:20:48.463" v="3735"/>
          <ac:spMkLst>
            <pc:docMk/>
            <pc:sldMk cId="1516691139" sldId="390"/>
            <ac:spMk id="2" creationId="{08B139B6-70C8-DAAE-C6E5-3FA870F058EC}"/>
          </ac:spMkLst>
        </pc:spChg>
        <pc:spChg chg="mod">
          <ac:chgData name="MUHAMMAD IRFAN NABYL BIN MOHAMAD YAAKUB" userId="5f5f9c1a-70e9-4026-b845-667d53078a67" providerId="ADAL" clId="{FB0A4625-5635-42D2-81C4-3227F1CAD932}" dt="2025-10-27T12:14:23.015" v="1495" actId="20577"/>
          <ac:spMkLst>
            <pc:docMk/>
            <pc:sldMk cId="1516691139" sldId="390"/>
            <ac:spMk id="3" creationId="{7FFA7921-2DA6-1647-6930-2B968D006AA8}"/>
          </ac:spMkLst>
        </pc:spChg>
        <pc:spChg chg="mod">
          <ac:chgData name="MUHAMMAD IRFAN NABYL BIN MOHAMAD YAAKUB" userId="5f5f9c1a-70e9-4026-b845-667d53078a67" providerId="ADAL" clId="{FB0A4625-5635-42D2-81C4-3227F1CAD932}" dt="2025-10-27T12:15:46.667" v="1503"/>
          <ac:spMkLst>
            <pc:docMk/>
            <pc:sldMk cId="1516691139" sldId="390"/>
            <ac:spMk id="8" creationId="{AF05625B-C246-C50A-E7B5-323AD19CE3F9}"/>
          </ac:spMkLst>
        </pc:spChg>
        <pc:spChg chg="mod">
          <ac:chgData name="MUHAMMAD IRFAN NABYL BIN MOHAMAD YAAKUB" userId="5f5f9c1a-70e9-4026-b845-667d53078a67" providerId="ADAL" clId="{FB0A4625-5635-42D2-81C4-3227F1CAD932}" dt="2025-10-27T12:39:58.437" v="1711" actId="20577"/>
          <ac:spMkLst>
            <pc:docMk/>
            <pc:sldMk cId="1516691139" sldId="390"/>
            <ac:spMk id="110" creationId="{1DDD35EA-A72D-A195-8B61-7E6BD4FB4B61}"/>
          </ac:spMkLst>
        </pc:spChg>
        <pc:picChg chg="add mod">
          <ac:chgData name="MUHAMMAD IRFAN NABYL BIN MOHAMAD YAAKUB" userId="5f5f9c1a-70e9-4026-b845-667d53078a67" providerId="ADAL" clId="{FB0A4625-5635-42D2-81C4-3227F1CAD932}" dt="2025-10-27T12:15:36.820" v="1502" actId="14100"/>
          <ac:picMkLst>
            <pc:docMk/>
            <pc:sldMk cId="1516691139" sldId="390"/>
            <ac:picMk id="4" creationId="{A1E99D91-6CA1-DEF2-06CD-9D96D172CCB7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7.652" v="1702"/>
          <ac:picMkLst>
            <pc:docMk/>
            <pc:sldMk cId="1516691139" sldId="390"/>
            <ac:picMk id="11" creationId="{B05E7290-D0D8-9A2F-19D4-3C814BB8AD75}"/>
          </ac:picMkLst>
        </pc:picChg>
        <pc:cxnChg chg="add mod">
          <ac:chgData name="MUHAMMAD IRFAN NABYL BIN MOHAMAD YAAKUB" userId="5f5f9c1a-70e9-4026-b845-667d53078a67" providerId="ADAL" clId="{FB0A4625-5635-42D2-81C4-3227F1CAD932}" dt="2025-10-27T12:16:29.612" v="1510" actId="14100"/>
          <ac:cxnSpMkLst>
            <pc:docMk/>
            <pc:sldMk cId="1516691139" sldId="390"/>
            <ac:cxnSpMk id="6" creationId="{26DF1769-C843-80E0-3516-A105D91BC9B9}"/>
          </ac:cxnSpMkLst>
        </pc:cxn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009709565" sldId="391"/>
        </pc:sldMkLst>
        <pc:spChg chg="add mod">
          <ac:chgData name="MUHAMMAD IRFAN NABYL BIN MOHAMAD YAAKUB" userId="5f5f9c1a-70e9-4026-b845-667d53078a67" providerId="ADAL" clId="{FB0A4625-5635-42D2-81C4-3227F1CAD932}" dt="2025-10-27T15:20:48.883" v="3736"/>
          <ac:spMkLst>
            <pc:docMk/>
            <pc:sldMk cId="2009709565" sldId="391"/>
            <ac:spMk id="2" creationId="{BC09D6B7-9C5C-BA41-8823-293E3CC4E18A}"/>
          </ac:spMkLst>
        </pc:spChg>
        <pc:spChg chg="del">
          <ac:chgData name="MUHAMMAD IRFAN NABYL BIN MOHAMAD YAAKUB" userId="5f5f9c1a-70e9-4026-b845-667d53078a67" providerId="ADAL" clId="{FB0A4625-5635-42D2-81C4-3227F1CAD932}" dt="2025-10-27T12:20:23.883" v="1524" actId="478"/>
          <ac:spMkLst>
            <pc:docMk/>
            <pc:sldMk cId="2009709565" sldId="391"/>
            <ac:spMk id="3" creationId="{469BD445-598E-8DEE-1E8E-A3D29454C164}"/>
          </ac:spMkLst>
        </pc:spChg>
        <pc:spChg chg="add del mod ord">
          <ac:chgData name="MUHAMMAD IRFAN NABYL BIN MOHAMAD YAAKUB" userId="5f5f9c1a-70e9-4026-b845-667d53078a67" providerId="ADAL" clId="{FB0A4625-5635-42D2-81C4-3227F1CAD932}" dt="2025-10-27T12:21:04.159" v="1533" actId="478"/>
          <ac:spMkLst>
            <pc:docMk/>
            <pc:sldMk cId="2009709565" sldId="391"/>
            <ac:spMk id="5" creationId="{D143A355-8979-E36E-D6C6-ACB38820EE43}"/>
          </ac:spMkLst>
        </pc:spChg>
        <pc:spChg chg="add mod">
          <ac:chgData name="MUHAMMAD IRFAN NABYL BIN MOHAMAD YAAKUB" userId="5f5f9c1a-70e9-4026-b845-667d53078a67" providerId="ADAL" clId="{FB0A4625-5635-42D2-81C4-3227F1CAD932}" dt="2025-10-27T12:40:18.520" v="1714" actId="13926"/>
          <ac:spMkLst>
            <pc:docMk/>
            <pc:sldMk cId="2009709565" sldId="391"/>
            <ac:spMk id="7" creationId="{FDD54460-864C-5AB4-FC0E-0475E73D9780}"/>
          </ac:spMkLst>
        </pc:spChg>
        <pc:spChg chg="del mod">
          <ac:chgData name="MUHAMMAD IRFAN NABYL BIN MOHAMAD YAAKUB" userId="5f5f9c1a-70e9-4026-b845-667d53078a67" providerId="ADAL" clId="{FB0A4625-5635-42D2-81C4-3227F1CAD932}" dt="2025-10-27T12:29:17.403" v="1549" actId="478"/>
          <ac:spMkLst>
            <pc:docMk/>
            <pc:sldMk cId="2009709565" sldId="391"/>
            <ac:spMk id="8" creationId="{B6DAE9B3-E1CC-66DB-6AFC-7F204C39C413}"/>
          </ac:spMkLst>
        </pc:spChg>
        <pc:spChg chg="mod">
          <ac:chgData name="MUHAMMAD IRFAN NABYL BIN MOHAMAD YAAKUB" userId="5f5f9c1a-70e9-4026-b845-667d53078a67" providerId="ADAL" clId="{FB0A4625-5635-42D2-81C4-3227F1CAD932}" dt="2025-10-27T12:39:55.807" v="1710" actId="20577"/>
          <ac:spMkLst>
            <pc:docMk/>
            <pc:sldMk cId="2009709565" sldId="391"/>
            <ac:spMk id="110" creationId="{B1107ACA-4CC9-C049-141F-885D717518F0}"/>
          </ac:spMkLst>
        </pc:spChg>
        <pc:picChg chg="del">
          <ac:chgData name="MUHAMMAD IRFAN NABYL BIN MOHAMAD YAAKUB" userId="5f5f9c1a-70e9-4026-b845-667d53078a67" providerId="ADAL" clId="{FB0A4625-5635-42D2-81C4-3227F1CAD932}" dt="2025-10-27T12:20:21.322" v="1522" actId="478"/>
          <ac:picMkLst>
            <pc:docMk/>
            <pc:sldMk cId="2009709565" sldId="391"/>
            <ac:picMk id="4" creationId="{E37ACFEB-D684-47B5-078E-8039D890C3C1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2:32:04.438" v="1577" actId="478"/>
          <ac:picMkLst>
            <pc:docMk/>
            <pc:sldMk cId="2009709565" sldId="391"/>
            <ac:picMk id="10" creationId="{BD8854F1-E5FC-F949-A21B-C2778DB0366C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2:31:55.570" v="1572" actId="22"/>
          <ac:picMkLst>
            <pc:docMk/>
            <pc:sldMk cId="2009709565" sldId="391"/>
            <ac:picMk id="12" creationId="{73C0F1EC-2984-10BD-6260-085EA11A8A21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2:05.661" v="1578" actId="1076"/>
          <ac:picMkLst>
            <pc:docMk/>
            <pc:sldMk cId="2009709565" sldId="391"/>
            <ac:picMk id="14" creationId="{3BA9FE7E-8E66-9457-0B81-47758D14B7BE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18.416" v="1703"/>
          <ac:picMkLst>
            <pc:docMk/>
            <pc:sldMk cId="2009709565" sldId="391"/>
            <ac:picMk id="15" creationId="{15700BE8-18BC-96DB-5540-B9FB30BC7AFC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2:39:22.453" v="1707" actId="478"/>
          <ac:picMkLst>
            <pc:docMk/>
            <pc:sldMk cId="2009709565" sldId="391"/>
            <ac:picMk id="16" creationId="{A0A66F4D-CEFE-C5BC-F2C9-A732DD509944}"/>
          </ac:picMkLst>
        </pc:picChg>
        <pc:cxnChg chg="del">
          <ac:chgData name="MUHAMMAD IRFAN NABYL BIN MOHAMAD YAAKUB" userId="5f5f9c1a-70e9-4026-b845-667d53078a67" providerId="ADAL" clId="{FB0A4625-5635-42D2-81C4-3227F1CAD932}" dt="2025-10-27T12:20:22.174" v="1523" actId="478"/>
          <ac:cxnSpMkLst>
            <pc:docMk/>
            <pc:sldMk cId="2009709565" sldId="391"/>
            <ac:cxnSpMk id="6" creationId="{011DC5E2-2DDC-4A0D-21A9-D56D279CC9AB}"/>
          </ac:cxnSpMkLst>
        </pc:cxnChg>
      </pc:sldChg>
      <pc:sldChg chg="modSp add del mod">
        <pc:chgData name="MUHAMMAD IRFAN NABYL BIN MOHAMAD YAAKUB" userId="5f5f9c1a-70e9-4026-b845-667d53078a67" providerId="ADAL" clId="{FB0A4625-5635-42D2-81C4-3227F1CAD932}" dt="2025-10-27T12:20:16.420" v="1519" actId="47"/>
        <pc:sldMkLst>
          <pc:docMk/>
          <pc:sldMk cId="2346759474" sldId="391"/>
        </pc:sldMkLst>
        <pc:spChg chg="mod">
          <ac:chgData name="MUHAMMAD IRFAN NABYL BIN MOHAMAD YAAKUB" userId="5f5f9c1a-70e9-4026-b845-667d53078a67" providerId="ADAL" clId="{FB0A4625-5635-42D2-81C4-3227F1CAD932}" dt="2025-10-27T12:16:50.757" v="1518" actId="20577"/>
          <ac:spMkLst>
            <pc:docMk/>
            <pc:sldMk cId="2346759474" sldId="391"/>
            <ac:spMk id="110" creationId="{A3C14CEF-A2EB-90D2-216B-2D35C8D83135}"/>
          </ac:spMkLst>
        </pc:sp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408195677" sldId="392"/>
        </pc:sldMkLst>
        <pc:spChg chg="add mod">
          <ac:chgData name="MUHAMMAD IRFAN NABYL BIN MOHAMAD YAAKUB" userId="5f5f9c1a-70e9-4026-b845-667d53078a67" providerId="ADAL" clId="{FB0A4625-5635-42D2-81C4-3227F1CAD932}" dt="2025-10-27T15:20:49.823" v="3737"/>
          <ac:spMkLst>
            <pc:docMk/>
            <pc:sldMk cId="1408195677" sldId="392"/>
            <ac:spMk id="2" creationId="{BB621845-071C-35FB-7914-9E4E3DB34EB9}"/>
          </ac:spMkLst>
        </pc:spChg>
        <pc:spChg chg="mod">
          <ac:chgData name="MUHAMMAD IRFAN NABYL BIN MOHAMAD YAAKUB" userId="5f5f9c1a-70e9-4026-b845-667d53078a67" providerId="ADAL" clId="{FB0A4625-5635-42D2-81C4-3227F1CAD932}" dt="2025-10-27T12:35:47.483" v="1580" actId="13926"/>
          <ac:spMkLst>
            <pc:docMk/>
            <pc:sldMk cId="1408195677" sldId="392"/>
            <ac:spMk id="7" creationId="{F6BE34B3-A29D-A3C8-9F13-B6A08BA0C0F5}"/>
          </ac:spMkLst>
        </pc:spChg>
        <pc:spChg chg="mod">
          <ac:chgData name="MUHAMMAD IRFAN NABYL BIN MOHAMAD YAAKUB" userId="5f5f9c1a-70e9-4026-b845-667d53078a67" providerId="ADAL" clId="{FB0A4625-5635-42D2-81C4-3227F1CAD932}" dt="2025-10-27T13:38:14.085" v="2109" actId="20577"/>
          <ac:spMkLst>
            <pc:docMk/>
            <pc:sldMk cId="1408195677" sldId="392"/>
            <ac:spMk id="110" creationId="{6CB55E44-6EAD-9C38-4D6B-E0AD28A3DEE9}"/>
          </ac:spMkLst>
        </pc:spChg>
        <pc:picChg chg="add del">
          <ac:chgData name="MUHAMMAD IRFAN NABYL BIN MOHAMAD YAAKUB" userId="5f5f9c1a-70e9-4026-b845-667d53078a67" providerId="ADAL" clId="{FB0A4625-5635-42D2-81C4-3227F1CAD932}" dt="2025-10-27T12:30:38.051" v="1555" actId="22"/>
          <ac:picMkLst>
            <pc:docMk/>
            <pc:sldMk cId="1408195677" sldId="392"/>
            <ac:picMk id="3" creationId="{C44B0408-0601-CC54-4927-FA6DAA6BD694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2:30:55.859" v="1559" actId="22"/>
          <ac:picMkLst>
            <pc:docMk/>
            <pc:sldMk cId="1408195677" sldId="392"/>
            <ac:picMk id="5" creationId="{527D8044-44DB-29DB-B9E0-74A72DD496DE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0:55.401" v="1558" actId="571"/>
          <ac:picMkLst>
            <pc:docMk/>
            <pc:sldMk cId="1408195677" sldId="392"/>
            <ac:picMk id="6" creationId="{CE092BDB-A023-9B18-9064-AF0FD72404E2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1:28.072" v="1570" actId="1076"/>
          <ac:picMkLst>
            <pc:docMk/>
            <pc:sldMk cId="1408195677" sldId="392"/>
            <ac:picMk id="9" creationId="{3896FB8A-DA1F-41FE-B62C-356928EC3392}"/>
          </ac:picMkLst>
        </pc:picChg>
        <pc:picChg chg="del mod">
          <ac:chgData name="MUHAMMAD IRFAN NABYL BIN MOHAMAD YAAKUB" userId="5f5f9c1a-70e9-4026-b845-667d53078a67" providerId="ADAL" clId="{FB0A4625-5635-42D2-81C4-3227F1CAD932}" dt="2025-10-27T12:31:26.042" v="1569" actId="478"/>
          <ac:picMkLst>
            <pc:docMk/>
            <pc:sldMk cId="1408195677" sldId="392"/>
            <ac:picMk id="10" creationId="{886A6653-7C35-8321-F337-32F5924C5B1C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2:39:21.021" v="1706"/>
          <ac:picMkLst>
            <pc:docMk/>
            <pc:sldMk cId="1408195677" sldId="392"/>
            <ac:picMk id="11" creationId="{66B4A2C8-C18B-DE26-6402-BAA00454D01C}"/>
          </ac:picMkLst>
        </pc:pic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465582075" sldId="393"/>
        </pc:sldMkLst>
        <pc:spChg chg="add mod">
          <ac:chgData name="MUHAMMAD IRFAN NABYL BIN MOHAMAD YAAKUB" userId="5f5f9c1a-70e9-4026-b845-667d53078a67" providerId="ADAL" clId="{FB0A4625-5635-42D2-81C4-3227F1CAD932}" dt="2025-10-27T15:20:50.220" v="3738"/>
          <ac:spMkLst>
            <pc:docMk/>
            <pc:sldMk cId="465582075" sldId="393"/>
            <ac:spMk id="2" creationId="{D38B8E96-3F78-0DB0-8F27-1D7C839EF630}"/>
          </ac:spMkLst>
        </pc:spChg>
        <pc:spChg chg="del mod">
          <ac:chgData name="MUHAMMAD IRFAN NABYL BIN MOHAMAD YAAKUB" userId="5f5f9c1a-70e9-4026-b845-667d53078a67" providerId="ADAL" clId="{FB0A4625-5635-42D2-81C4-3227F1CAD932}" dt="2025-10-27T12:54:30.062" v="1848" actId="478"/>
          <ac:spMkLst>
            <pc:docMk/>
            <pc:sldMk cId="465582075" sldId="393"/>
            <ac:spMk id="3" creationId="{133767CC-029B-67BB-7AF6-AA1B265EEC43}"/>
          </ac:spMkLst>
        </pc:spChg>
        <pc:spChg chg="del mod">
          <ac:chgData name="MUHAMMAD IRFAN NABYL BIN MOHAMAD YAAKUB" userId="5f5f9c1a-70e9-4026-b845-667d53078a67" providerId="ADAL" clId="{FB0A4625-5635-42D2-81C4-3227F1CAD932}" dt="2025-10-27T12:44:44.821" v="1755" actId="478"/>
          <ac:spMkLst>
            <pc:docMk/>
            <pc:sldMk cId="465582075" sldId="393"/>
            <ac:spMk id="8" creationId="{ADC6E3D4-0906-C5E3-9F88-E92BA1D53320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2:45:37.755" v="1771" actId="11529"/>
          <ac:spMkLst>
            <pc:docMk/>
            <pc:sldMk cId="465582075" sldId="393"/>
            <ac:spMk id="9" creationId="{65A93BB4-070D-9918-2955-FAA9512AEFD0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2:11.406" v="2060" actId="164"/>
          <ac:spMkLst>
            <pc:docMk/>
            <pc:sldMk cId="465582075" sldId="393"/>
            <ac:spMk id="10" creationId="{74F2211D-F7D3-DA0F-A4A4-33F566732E2D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2:12.938" v="2061" actId="164"/>
          <ac:spMkLst>
            <pc:docMk/>
            <pc:sldMk cId="465582075" sldId="393"/>
            <ac:spMk id="14" creationId="{933C35D7-FA40-3707-C3C4-7494635A9F84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2:54:34.616" v="1849" actId="478"/>
          <ac:spMkLst>
            <pc:docMk/>
            <pc:sldMk cId="465582075" sldId="393"/>
            <ac:spMk id="16" creationId="{936D1D89-59BB-EBD5-3BF6-8D4CBE36D8AE}"/>
          </ac:spMkLst>
        </pc:spChg>
        <pc:spChg chg="add mod ord">
          <ac:chgData name="MUHAMMAD IRFAN NABYL BIN MOHAMAD YAAKUB" userId="5f5f9c1a-70e9-4026-b845-667d53078a67" providerId="ADAL" clId="{FB0A4625-5635-42D2-81C4-3227F1CAD932}" dt="2025-10-27T13:20:35.542" v="2044" actId="20577"/>
          <ac:spMkLst>
            <pc:docMk/>
            <pc:sldMk cId="465582075" sldId="393"/>
            <ac:spMk id="17" creationId="{496AB7DE-E1BA-6A47-205D-C687478CB23B}"/>
          </ac:spMkLst>
        </pc:spChg>
        <pc:spChg chg="mod">
          <ac:chgData name="MUHAMMAD IRFAN NABYL BIN MOHAMAD YAAKUB" userId="5f5f9c1a-70e9-4026-b845-667d53078a67" providerId="ADAL" clId="{FB0A4625-5635-42D2-81C4-3227F1CAD932}" dt="2025-10-27T13:38:16.498" v="2110" actId="20577"/>
          <ac:spMkLst>
            <pc:docMk/>
            <pc:sldMk cId="465582075" sldId="393"/>
            <ac:spMk id="110" creationId="{969E14A1-007B-D971-A4D6-7AAE8AE4DFCF}"/>
          </ac:spMkLst>
        </pc:spChg>
        <pc:grpChg chg="add mod">
          <ac:chgData name="MUHAMMAD IRFAN NABYL BIN MOHAMAD YAAKUB" userId="5f5f9c1a-70e9-4026-b845-667d53078a67" providerId="ADAL" clId="{FB0A4625-5635-42D2-81C4-3227F1CAD932}" dt="2025-10-27T13:22:25.122" v="2063" actId="1076"/>
          <ac:grpSpMkLst>
            <pc:docMk/>
            <pc:sldMk cId="465582075" sldId="393"/>
            <ac:grpSpMk id="18" creationId="{5B7B09AB-AF26-772D-EB60-D7258C6814C2}"/>
          </ac:grpSpMkLst>
        </pc:grpChg>
        <pc:grpChg chg="add mod">
          <ac:chgData name="MUHAMMAD IRFAN NABYL BIN MOHAMAD YAAKUB" userId="5f5f9c1a-70e9-4026-b845-667d53078a67" providerId="ADAL" clId="{FB0A4625-5635-42D2-81C4-3227F1CAD932}" dt="2025-10-27T13:22:25.122" v="2063" actId="1076"/>
          <ac:grpSpMkLst>
            <pc:docMk/>
            <pc:sldMk cId="465582075" sldId="393"/>
            <ac:grpSpMk id="19" creationId="{A69D2532-1A7C-5749-55C8-DFD043BA8191}"/>
          </ac:grpSpMkLst>
        </pc:grpChg>
        <pc:picChg chg="del">
          <ac:chgData name="MUHAMMAD IRFAN NABYL BIN MOHAMAD YAAKUB" userId="5f5f9c1a-70e9-4026-b845-667d53078a67" providerId="ADAL" clId="{FB0A4625-5635-42D2-81C4-3227F1CAD932}" dt="2025-10-27T12:43:13.237" v="1718" actId="478"/>
          <ac:picMkLst>
            <pc:docMk/>
            <pc:sldMk cId="465582075" sldId="393"/>
            <ac:picMk id="4" creationId="{48CBDEAD-B408-19FD-CB66-00F831024E05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2:47:07.145" v="1805" actId="478"/>
          <ac:picMkLst>
            <pc:docMk/>
            <pc:sldMk cId="465582075" sldId="393"/>
            <ac:picMk id="5" creationId="{993E2C22-15D2-CB6C-D380-E9961F2EFBC7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22:11.406" v="2060" actId="164"/>
          <ac:picMkLst>
            <pc:docMk/>
            <pc:sldMk cId="465582075" sldId="393"/>
            <ac:picMk id="7" creationId="{E39618C4-FBA0-56C5-48B4-ADF918532557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22:12.938" v="2061" actId="164"/>
          <ac:picMkLst>
            <pc:docMk/>
            <pc:sldMk cId="465582075" sldId="393"/>
            <ac:picMk id="13" creationId="{1B371638-B1ED-B42C-B811-9B40804F3896}"/>
          </ac:picMkLst>
        </pc:picChg>
        <pc:cxnChg chg="del">
          <ac:chgData name="MUHAMMAD IRFAN NABYL BIN MOHAMAD YAAKUB" userId="5f5f9c1a-70e9-4026-b845-667d53078a67" providerId="ADAL" clId="{FB0A4625-5635-42D2-81C4-3227F1CAD932}" dt="2025-10-27T12:43:10.710" v="1717" actId="478"/>
          <ac:cxnSpMkLst>
            <pc:docMk/>
            <pc:sldMk cId="465582075" sldId="393"/>
            <ac:cxnSpMk id="6" creationId="{4DF0A076-FD6E-EC5E-FC3A-6B00E4F4AB3B}"/>
          </ac:cxnSpMkLst>
        </pc:cxnChg>
      </pc:sldChg>
      <pc:sldChg chg="addSp delSp modSp new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045763687" sldId="394"/>
        </pc:sldMkLst>
        <pc:spChg chg="mod">
          <ac:chgData name="MUHAMMAD IRFAN NABYL BIN MOHAMAD YAAKUB" userId="5f5f9c1a-70e9-4026-b845-667d53078a67" providerId="ADAL" clId="{FB0A4625-5635-42D2-81C4-3227F1CAD932}" dt="2025-10-27T13:38:21.059" v="2113" actId="20577"/>
          <ac:spMkLst>
            <pc:docMk/>
            <pc:sldMk cId="2045763687" sldId="394"/>
            <ac:spMk id="2" creationId="{7760852A-043D-C5F7-6857-81DEB4615400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2.283" v="3741"/>
          <ac:spMkLst>
            <pc:docMk/>
            <pc:sldMk cId="2045763687" sldId="394"/>
            <ac:spMk id="3" creationId="{105D36C7-DDFE-DBE1-864E-A01A2E84F42F}"/>
          </ac:spMkLst>
        </pc:spChg>
        <pc:spChg chg="del mod">
          <ac:chgData name="MUHAMMAD IRFAN NABYL BIN MOHAMAD YAAKUB" userId="5f5f9c1a-70e9-4026-b845-667d53078a67" providerId="ADAL" clId="{FB0A4625-5635-42D2-81C4-3227F1CAD932}" dt="2025-10-27T13:38:42.509" v="2114" actId="478"/>
          <ac:spMkLst>
            <pc:docMk/>
            <pc:sldMk cId="2045763687" sldId="394"/>
            <ac:spMk id="3" creationId="{655CDDB0-B92A-D500-6F3D-10FF76B606F6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2.744" v="3742"/>
          <ac:spMkLst>
            <pc:docMk/>
            <pc:sldMk cId="2045763687" sldId="394"/>
            <ac:spMk id="5" creationId="{E0FB7F98-79B7-CAF9-3E85-415DFA3DCAED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7:54.428" v="3845" actId="20577"/>
          <ac:spMkLst>
            <pc:docMk/>
            <pc:sldMk cId="2045763687" sldId="394"/>
            <ac:spMk id="8" creationId="{B8885A7A-B207-6E6E-7125-1FF34923E2BC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8:55.361" v="3852" actId="14100"/>
          <ac:spMkLst>
            <pc:docMk/>
            <pc:sldMk cId="2045763687" sldId="394"/>
            <ac:spMk id="9" creationId="{F558C6A9-3070-B5BF-5654-7CB6E1347A0A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9:06.749" v="3856" actId="14100"/>
          <ac:spMkLst>
            <pc:docMk/>
            <pc:sldMk cId="2045763687" sldId="394"/>
            <ac:spMk id="11" creationId="{2381F11B-D5D7-126B-409A-AA9BA69F3750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9:10.500" v="3858" actId="1076"/>
          <ac:spMkLst>
            <pc:docMk/>
            <pc:sldMk cId="2045763687" sldId="394"/>
            <ac:spMk id="12" creationId="{0B243F06-064E-094E-5F8B-0D6D5FC3F074}"/>
          </ac:spMkLst>
        </pc:spChg>
        <pc:picChg chg="add del mod">
          <ac:chgData name="MUHAMMAD IRFAN NABYL BIN MOHAMAD YAAKUB" userId="5f5f9c1a-70e9-4026-b845-667d53078a67" providerId="ADAL" clId="{FB0A4625-5635-42D2-81C4-3227F1CAD932}" dt="2025-10-27T12:48:42.897" v="1822" actId="478"/>
          <ac:picMkLst>
            <pc:docMk/>
            <pc:sldMk cId="2045763687" sldId="394"/>
            <ac:picMk id="6" creationId="{00B223A6-76DD-0C81-CDF5-7A074479301C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5:24:15.771" v="3757" actId="478"/>
          <ac:picMkLst>
            <pc:docMk/>
            <pc:sldMk cId="2045763687" sldId="394"/>
            <ac:picMk id="7" creationId="{071D52FB-75EF-A0EF-F4F6-3DE5B9EC0A35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3:18:44.505" v="1973" actId="22"/>
          <ac:picMkLst>
            <pc:docMk/>
            <pc:sldMk cId="2045763687" sldId="394"/>
            <ac:picMk id="8" creationId="{FBC1C1BE-26EE-FEEE-9D3B-306DA8CFA00A}"/>
          </ac:picMkLst>
        </pc:picChg>
        <pc:picChg chg="add mod modCrop">
          <ac:chgData name="MUHAMMAD IRFAN NABYL BIN MOHAMAD YAAKUB" userId="5f5f9c1a-70e9-4026-b845-667d53078a67" providerId="ADAL" clId="{FB0A4625-5635-42D2-81C4-3227F1CAD932}" dt="2025-10-27T15:28:17.477" v="3848" actId="1076"/>
          <ac:picMkLst>
            <pc:docMk/>
            <pc:sldMk cId="2045763687" sldId="394"/>
            <ac:picMk id="10" creationId="{BB7D0F07-176E-AD89-4A27-D1AE0DB3B61F}"/>
          </ac:picMkLst>
        </pc:picChg>
        <pc:cxnChg chg="add mod">
          <ac:chgData name="MUHAMMAD IRFAN NABYL BIN MOHAMAD YAAKUB" userId="5f5f9c1a-70e9-4026-b845-667d53078a67" providerId="ADAL" clId="{FB0A4625-5635-42D2-81C4-3227F1CAD932}" dt="2025-10-27T15:29:31.604" v="3862" actId="14100"/>
          <ac:cxnSpMkLst>
            <pc:docMk/>
            <pc:sldMk cId="2045763687" sldId="394"/>
            <ac:cxnSpMk id="14" creationId="{7E44373F-78EB-E518-4691-53DC1FD8FCBB}"/>
          </ac:cxnSpMkLst>
        </pc:cxnChg>
        <pc:cxnChg chg="add mod">
          <ac:chgData name="MUHAMMAD IRFAN NABYL BIN MOHAMAD YAAKUB" userId="5f5f9c1a-70e9-4026-b845-667d53078a67" providerId="ADAL" clId="{FB0A4625-5635-42D2-81C4-3227F1CAD932}" dt="2025-10-27T15:29:42.771" v="3867" actId="14100"/>
          <ac:cxnSpMkLst>
            <pc:docMk/>
            <pc:sldMk cId="2045763687" sldId="394"/>
            <ac:cxnSpMk id="17" creationId="{B78E63B8-F823-6E73-1593-ED939B742111}"/>
          </ac:cxnSpMkLst>
        </pc:cxnChg>
        <pc:cxnChg chg="add mod">
          <ac:chgData name="MUHAMMAD IRFAN NABYL BIN MOHAMAD YAAKUB" userId="5f5f9c1a-70e9-4026-b845-667d53078a67" providerId="ADAL" clId="{FB0A4625-5635-42D2-81C4-3227F1CAD932}" dt="2025-10-27T15:29:46.974" v="3868" actId="14100"/>
          <ac:cxnSpMkLst>
            <pc:docMk/>
            <pc:sldMk cId="2045763687" sldId="394"/>
            <ac:cxnSpMk id="19" creationId="{6BEE7CDF-D118-BA46-4C56-E5346C535C32}"/>
          </ac:cxnSpMkLst>
        </pc:cxn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543527747" sldId="395"/>
        </pc:sldMkLst>
        <pc:spChg chg="add mod">
          <ac:chgData name="MUHAMMAD IRFAN NABYL BIN MOHAMAD YAAKUB" userId="5f5f9c1a-70e9-4026-b845-667d53078a67" providerId="ADAL" clId="{FB0A4625-5635-42D2-81C4-3227F1CAD932}" dt="2025-10-27T15:20:50.637" v="3739"/>
          <ac:spMkLst>
            <pc:docMk/>
            <pc:sldMk cId="2543527747" sldId="395"/>
            <ac:spMk id="2" creationId="{F49FA889-51EC-0158-0C5B-A54DAD5405E5}"/>
          </ac:spMkLst>
        </pc:spChg>
        <pc:spChg chg="del">
          <ac:chgData name="MUHAMMAD IRFAN NABYL BIN MOHAMAD YAAKUB" userId="5f5f9c1a-70e9-4026-b845-667d53078a67" providerId="ADAL" clId="{FB0A4625-5635-42D2-81C4-3227F1CAD932}" dt="2025-10-27T13:21:06.296" v="2051" actId="478"/>
          <ac:spMkLst>
            <pc:docMk/>
            <pc:sldMk cId="2543527747" sldId="395"/>
            <ac:spMk id="3" creationId="{508070FF-B041-EA5A-D380-1537A4A93AF1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3:10:38.978" v="1878" actId="478"/>
          <ac:spMkLst>
            <pc:docMk/>
            <pc:sldMk cId="2543527747" sldId="395"/>
            <ac:spMk id="8" creationId="{D92C3705-9C67-4D05-AAA2-37191FDCA1AD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3:58.456" v="2067" actId="164"/>
          <ac:spMkLst>
            <pc:docMk/>
            <pc:sldMk cId="2543527747" sldId="395"/>
            <ac:spMk id="9" creationId="{7CF6868C-F02D-A9C7-E799-EDD1EF3D6F33}"/>
          </ac:spMkLst>
        </pc:spChg>
        <pc:spChg chg="mod">
          <ac:chgData name="MUHAMMAD IRFAN NABYL BIN MOHAMAD YAAKUB" userId="5f5f9c1a-70e9-4026-b845-667d53078a67" providerId="ADAL" clId="{FB0A4625-5635-42D2-81C4-3227F1CAD932}" dt="2025-10-27T13:21:49.344" v="2057" actId="1076"/>
          <ac:spMkLst>
            <pc:docMk/>
            <pc:sldMk cId="2543527747" sldId="395"/>
            <ac:spMk id="10" creationId="{6A6347D8-25A2-6494-27F6-BB9836BD0797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3:56.115" v="2066" actId="164"/>
          <ac:spMkLst>
            <pc:docMk/>
            <pc:sldMk cId="2543527747" sldId="395"/>
            <ac:spMk id="12" creationId="{4E4C748C-9635-2E39-BFDF-8AB2EC8735F3}"/>
          </ac:spMkLst>
        </pc:spChg>
        <pc:spChg chg="mod">
          <ac:chgData name="MUHAMMAD IRFAN NABYL BIN MOHAMAD YAAKUB" userId="5f5f9c1a-70e9-4026-b845-667d53078a67" providerId="ADAL" clId="{FB0A4625-5635-42D2-81C4-3227F1CAD932}" dt="2025-10-27T13:21:33.017" v="2055" actId="164"/>
          <ac:spMkLst>
            <pc:docMk/>
            <pc:sldMk cId="2543527747" sldId="395"/>
            <ac:spMk id="14" creationId="{2F9382F0-54E9-6BF2-5207-B8C9B7A9F7A8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3:58.456" v="2067" actId="164"/>
          <ac:spMkLst>
            <pc:docMk/>
            <pc:sldMk cId="2543527747" sldId="395"/>
            <ac:spMk id="17" creationId="{6C8F830B-FCC8-B834-E53D-CC017F9CD911}"/>
          </ac:spMkLst>
        </pc:spChg>
        <pc:spChg chg="add mod">
          <ac:chgData name="MUHAMMAD IRFAN NABYL BIN MOHAMAD YAAKUB" userId="5f5f9c1a-70e9-4026-b845-667d53078a67" providerId="ADAL" clId="{FB0A4625-5635-42D2-81C4-3227F1CAD932}" dt="2025-10-27T13:23:56.115" v="2066" actId="164"/>
          <ac:spMkLst>
            <pc:docMk/>
            <pc:sldMk cId="2543527747" sldId="395"/>
            <ac:spMk id="18" creationId="{A97C5484-D8FB-1C8C-F6A4-DAC1FB35DAEA}"/>
          </ac:spMkLst>
        </pc:spChg>
        <pc:spChg chg="add mod ord">
          <ac:chgData name="MUHAMMAD IRFAN NABYL BIN MOHAMAD YAAKUB" userId="5f5f9c1a-70e9-4026-b845-667d53078a67" providerId="ADAL" clId="{FB0A4625-5635-42D2-81C4-3227F1CAD932}" dt="2025-10-27T13:21:13.410" v="2052" actId="167"/>
          <ac:spMkLst>
            <pc:docMk/>
            <pc:sldMk cId="2543527747" sldId="395"/>
            <ac:spMk id="20" creationId="{33A9C1BD-DCA7-4AA8-6D87-540C76CBE4B1}"/>
          </ac:spMkLst>
        </pc:spChg>
        <pc:spChg chg="mod">
          <ac:chgData name="MUHAMMAD IRFAN NABYL BIN MOHAMAD YAAKUB" userId="5f5f9c1a-70e9-4026-b845-667d53078a67" providerId="ADAL" clId="{FB0A4625-5635-42D2-81C4-3227F1CAD932}" dt="2025-10-27T13:38:18.391" v="2111" actId="20577"/>
          <ac:spMkLst>
            <pc:docMk/>
            <pc:sldMk cId="2543527747" sldId="395"/>
            <ac:spMk id="110" creationId="{78F8BA66-D0E2-A609-87CE-63D0EC046CBC}"/>
          </ac:spMkLst>
        </pc:spChg>
        <pc:grpChg chg="add mod">
          <ac:chgData name="MUHAMMAD IRFAN NABYL BIN MOHAMAD YAAKUB" userId="5f5f9c1a-70e9-4026-b845-667d53078a67" providerId="ADAL" clId="{FB0A4625-5635-42D2-81C4-3227F1CAD932}" dt="2025-10-27T13:21:53.218" v="2058" actId="1076"/>
          <ac:grpSpMkLst>
            <pc:docMk/>
            <pc:sldMk cId="2543527747" sldId="395"/>
            <ac:grpSpMk id="21" creationId="{6B291793-D9A2-9E77-467F-478315FF3227}"/>
          </ac:grpSpMkLst>
        </pc:grpChg>
        <pc:grpChg chg="add mod">
          <ac:chgData name="MUHAMMAD IRFAN NABYL BIN MOHAMAD YAAKUB" userId="5f5f9c1a-70e9-4026-b845-667d53078a67" providerId="ADAL" clId="{FB0A4625-5635-42D2-81C4-3227F1CAD932}" dt="2025-10-27T13:22:01.404" v="2059" actId="1076"/>
          <ac:grpSpMkLst>
            <pc:docMk/>
            <pc:sldMk cId="2543527747" sldId="395"/>
            <ac:grpSpMk id="22" creationId="{7D5151E1-C155-EC8A-15B2-1A11F50066F6}"/>
          </ac:grpSpMkLst>
        </pc:grpChg>
        <pc:grpChg chg="add mod">
          <ac:chgData name="MUHAMMAD IRFAN NABYL BIN MOHAMAD YAAKUB" userId="5f5f9c1a-70e9-4026-b845-667d53078a67" providerId="ADAL" clId="{FB0A4625-5635-42D2-81C4-3227F1CAD932}" dt="2025-10-27T13:23:56.115" v="2066" actId="164"/>
          <ac:grpSpMkLst>
            <pc:docMk/>
            <pc:sldMk cId="2543527747" sldId="395"/>
            <ac:grpSpMk id="23" creationId="{ACBF27C3-6082-47D0-3FB0-397FAC31F07C}"/>
          </ac:grpSpMkLst>
        </pc:grpChg>
        <pc:grpChg chg="add mod">
          <ac:chgData name="MUHAMMAD IRFAN NABYL BIN MOHAMAD YAAKUB" userId="5f5f9c1a-70e9-4026-b845-667d53078a67" providerId="ADAL" clId="{FB0A4625-5635-42D2-81C4-3227F1CAD932}" dt="2025-10-27T13:23:58.456" v="2067" actId="164"/>
          <ac:grpSpMkLst>
            <pc:docMk/>
            <pc:sldMk cId="2543527747" sldId="395"/>
            <ac:grpSpMk id="24" creationId="{7FA2C8F9-4A49-E467-CA47-E6CEA542927A}"/>
          </ac:grpSpMkLst>
        </pc:grpChg>
        <pc:picChg chg="add del">
          <ac:chgData name="MUHAMMAD IRFAN NABYL BIN MOHAMAD YAAKUB" userId="5f5f9c1a-70e9-4026-b845-667d53078a67" providerId="ADAL" clId="{FB0A4625-5635-42D2-81C4-3227F1CAD932}" dt="2025-10-27T12:50:11.649" v="1846" actId="21"/>
          <ac:picMkLst>
            <pc:docMk/>
            <pc:sldMk cId="2543527747" sldId="395"/>
            <ac:picMk id="4" creationId="{19BED875-366E-0ADB-D5C6-505D6665DCAA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21:33.017" v="2055" actId="164"/>
          <ac:picMkLst>
            <pc:docMk/>
            <pc:sldMk cId="2543527747" sldId="395"/>
            <ac:picMk id="6" creationId="{E06754AF-2CBD-B35F-FE5B-3098D6C19474}"/>
          </ac:picMkLst>
        </pc:picChg>
        <pc:picChg chg="mod">
          <ac:chgData name="MUHAMMAD IRFAN NABYL BIN MOHAMAD YAAKUB" userId="5f5f9c1a-70e9-4026-b845-667d53078a67" providerId="ADAL" clId="{FB0A4625-5635-42D2-81C4-3227F1CAD932}" dt="2025-10-27T13:21:49.344" v="2057" actId="1076"/>
          <ac:picMkLst>
            <pc:docMk/>
            <pc:sldMk cId="2543527747" sldId="395"/>
            <ac:picMk id="7" creationId="{7797C926-06FB-1F7A-0A9F-5EC8690CB821}"/>
          </ac:picMkLst>
        </pc:picChg>
        <pc:picChg chg="del">
          <ac:chgData name="MUHAMMAD IRFAN NABYL BIN MOHAMAD YAAKUB" userId="5f5f9c1a-70e9-4026-b845-667d53078a67" providerId="ADAL" clId="{FB0A4625-5635-42D2-81C4-3227F1CAD932}" dt="2025-10-27T13:10:54.505" v="1886" actId="478"/>
          <ac:picMkLst>
            <pc:docMk/>
            <pc:sldMk cId="2543527747" sldId="395"/>
            <ac:picMk id="13" creationId="{D05E35B8-C76C-BC6E-61C5-5981F4FC77FC}"/>
          </ac:picMkLst>
        </pc:picChg>
        <pc:cxnChg chg="add del mod">
          <ac:chgData name="MUHAMMAD IRFAN NABYL BIN MOHAMAD YAAKUB" userId="5f5f9c1a-70e9-4026-b845-667d53078a67" providerId="ADAL" clId="{FB0A4625-5635-42D2-81C4-3227F1CAD932}" dt="2025-10-27T13:12:15.152" v="1941" actId="478"/>
          <ac:cxnSpMkLst>
            <pc:docMk/>
            <pc:sldMk cId="2543527747" sldId="395"/>
            <ac:cxnSpMk id="16" creationId="{F333D252-0F63-2A9F-BED9-0D76322771E3}"/>
          </ac:cxnSpMkLst>
        </pc:cxnChg>
      </pc:sldChg>
      <pc:sldChg chg="addSp delSp modSp add del mod or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1388036526" sldId="396"/>
        </pc:sldMkLst>
        <pc:spChg chg="add mod">
          <ac:chgData name="MUHAMMAD IRFAN NABYL BIN MOHAMAD YAAKUB" userId="5f5f9c1a-70e9-4026-b845-667d53078a67" providerId="ADAL" clId="{FB0A4625-5635-42D2-81C4-3227F1CAD932}" dt="2025-10-27T15:20:51.837" v="3740"/>
          <ac:spMkLst>
            <pc:docMk/>
            <pc:sldMk cId="1388036526" sldId="396"/>
            <ac:spMk id="4" creationId="{1AC7E05C-FA05-F592-8D7C-1C6015CD92A5}"/>
          </ac:spMkLst>
        </pc:spChg>
        <pc:spChg chg="mod">
          <ac:chgData name="MUHAMMAD IRFAN NABYL BIN MOHAMAD YAAKUB" userId="5f5f9c1a-70e9-4026-b845-667d53078a67" providerId="ADAL" clId="{FB0A4625-5635-42D2-81C4-3227F1CAD932}" dt="2025-10-27T13:13:48.780" v="1966" actId="20577"/>
          <ac:spMkLst>
            <pc:docMk/>
            <pc:sldMk cId="1388036526" sldId="396"/>
            <ac:spMk id="10" creationId="{8E2E4532-5B3A-1425-1E9D-D0455B6A862E}"/>
          </ac:spMkLst>
        </pc:spChg>
        <pc:spChg chg="mod">
          <ac:chgData name="MUHAMMAD IRFAN NABYL BIN MOHAMAD YAAKUB" userId="5f5f9c1a-70e9-4026-b845-667d53078a67" providerId="ADAL" clId="{FB0A4625-5635-42D2-81C4-3227F1CAD932}" dt="2025-10-27T13:26:05.922" v="2080" actId="164"/>
          <ac:spMkLst>
            <pc:docMk/>
            <pc:sldMk cId="1388036526" sldId="396"/>
            <ac:spMk id="14" creationId="{4D1AFE4D-2E60-56CC-AE0F-D7ECECDDF22C}"/>
          </ac:spMkLst>
        </pc:spChg>
        <pc:spChg chg="mod">
          <ac:chgData name="MUHAMMAD IRFAN NABYL BIN MOHAMAD YAAKUB" userId="5f5f9c1a-70e9-4026-b845-667d53078a67" providerId="ADAL" clId="{FB0A4625-5635-42D2-81C4-3227F1CAD932}" dt="2025-10-27T13:38:19.637" v="2112" actId="20577"/>
          <ac:spMkLst>
            <pc:docMk/>
            <pc:sldMk cId="1388036526" sldId="396"/>
            <ac:spMk id="110" creationId="{69CA96C9-F098-67CE-8A9B-D1F0F86B95CF}"/>
          </ac:spMkLst>
        </pc:spChg>
        <pc:grpChg chg="add mod">
          <ac:chgData name="MUHAMMAD IRFAN NABYL BIN MOHAMAD YAAKUB" userId="5f5f9c1a-70e9-4026-b845-667d53078a67" providerId="ADAL" clId="{FB0A4625-5635-42D2-81C4-3227F1CAD932}" dt="2025-10-27T13:26:05.922" v="2080" actId="164"/>
          <ac:grpSpMkLst>
            <pc:docMk/>
            <pc:sldMk cId="1388036526" sldId="396"/>
            <ac:grpSpMk id="3" creationId="{5BBB13C4-1063-7C84-5BEF-6055E6FDE59B}"/>
          </ac:grpSpMkLst>
        </pc:grpChg>
        <pc:picChg chg="add mod">
          <ac:chgData name="MUHAMMAD IRFAN NABYL BIN MOHAMAD YAAKUB" userId="5f5f9c1a-70e9-4026-b845-667d53078a67" providerId="ADAL" clId="{FB0A4625-5635-42D2-81C4-3227F1CAD932}" dt="2025-10-27T13:26:05.922" v="2080" actId="164"/>
          <ac:picMkLst>
            <pc:docMk/>
            <pc:sldMk cId="1388036526" sldId="396"/>
            <ac:picMk id="2" creationId="{88C95DAF-0896-EBA0-5E4D-E5636AF2DBB4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3:54:45.702" v="2398" actId="21"/>
          <ac:picMkLst>
            <pc:docMk/>
            <pc:sldMk cId="1388036526" sldId="396"/>
            <ac:picMk id="6" creationId="{D85D13C7-75FF-0912-7CDE-DF0E53322BA2}"/>
          </ac:picMkLst>
        </pc:picChg>
        <pc:picChg chg="mod">
          <ac:chgData name="MUHAMMAD IRFAN NABYL BIN MOHAMAD YAAKUB" userId="5f5f9c1a-70e9-4026-b845-667d53078a67" providerId="ADAL" clId="{FB0A4625-5635-42D2-81C4-3227F1CAD932}" dt="2025-10-27T13:13:42.547" v="1963" actId="14826"/>
          <ac:picMkLst>
            <pc:docMk/>
            <pc:sldMk cId="1388036526" sldId="396"/>
            <ac:picMk id="7" creationId="{77C4A454-A5CC-413A-7EF9-D8C0380E56C2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3:26:01.239" v="2078" actId="478"/>
          <ac:picMkLst>
            <pc:docMk/>
            <pc:sldMk cId="1388036526" sldId="396"/>
            <ac:picMk id="13" creationId="{BC30F4E3-0EC1-0500-8158-B95C76FFA41D}"/>
          </ac:picMkLst>
        </pc:picChg>
      </pc:sldChg>
      <pc:sldChg chg="addSp delSp add del mod">
        <pc:chgData name="MUHAMMAD IRFAN NABYL BIN MOHAMAD YAAKUB" userId="5f5f9c1a-70e9-4026-b845-667d53078a67" providerId="ADAL" clId="{FB0A4625-5635-42D2-81C4-3227F1CAD932}" dt="2025-10-27T13:24:13.553" v="2068" actId="47"/>
        <pc:sldMkLst>
          <pc:docMk/>
          <pc:sldMk cId="1637587103" sldId="397"/>
        </pc:sldMkLst>
        <pc:picChg chg="add del">
          <ac:chgData name="MUHAMMAD IRFAN NABYL BIN MOHAMAD YAAKUB" userId="5f5f9c1a-70e9-4026-b845-667d53078a67" providerId="ADAL" clId="{FB0A4625-5635-42D2-81C4-3227F1CAD932}" dt="2025-10-27T13:19:02.401" v="1976" actId="22"/>
          <ac:picMkLst>
            <pc:docMk/>
            <pc:sldMk cId="1637587103" sldId="397"/>
            <ac:picMk id="3" creationId="{AAF4F880-9AA1-65A0-99FF-365BFFD15A6A}"/>
          </ac:picMkLst>
        </pc:pic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862998084" sldId="397"/>
        </pc:sldMkLst>
        <pc:spChg chg="add mod">
          <ac:chgData name="MUHAMMAD IRFAN NABYL BIN MOHAMAD YAAKUB" userId="5f5f9c1a-70e9-4026-b845-667d53078a67" providerId="ADAL" clId="{FB0A4625-5635-42D2-81C4-3227F1CAD932}" dt="2025-10-27T15:20:53.975" v="3743"/>
          <ac:spMkLst>
            <pc:docMk/>
            <pc:sldMk cId="3862998084" sldId="397"/>
            <ac:spMk id="2" creationId="{D71750A8-B3D3-5421-058D-E083E7ACA608}"/>
          </ac:spMkLst>
        </pc:spChg>
        <pc:spChg chg="mod">
          <ac:chgData name="MUHAMMAD IRFAN NABYL BIN MOHAMAD YAAKUB" userId="5f5f9c1a-70e9-4026-b845-667d53078a67" providerId="ADAL" clId="{FB0A4625-5635-42D2-81C4-3227F1CAD932}" dt="2025-10-27T13:40:06.103" v="2156" actId="20577"/>
          <ac:spMkLst>
            <pc:docMk/>
            <pc:sldMk cId="3862998084" sldId="397"/>
            <ac:spMk id="3" creationId="{217E30FD-A405-BFBC-82BA-AEDCDA542A31}"/>
          </ac:spMkLst>
        </pc:spChg>
        <pc:spChg chg="del">
          <ac:chgData name="MUHAMMAD IRFAN NABYL BIN MOHAMAD YAAKUB" userId="5f5f9c1a-70e9-4026-b845-667d53078a67" providerId="ADAL" clId="{FB0A4625-5635-42D2-81C4-3227F1CAD932}" dt="2025-10-27T13:37:34.288" v="2108" actId="478"/>
          <ac:spMkLst>
            <pc:docMk/>
            <pc:sldMk cId="3862998084" sldId="397"/>
            <ac:spMk id="8" creationId="{2A661B5C-637B-2A1B-776F-F71BF48F6418}"/>
          </ac:spMkLst>
        </pc:spChg>
        <pc:spChg chg="mod">
          <ac:chgData name="MUHAMMAD IRFAN NABYL BIN MOHAMAD YAAKUB" userId="5f5f9c1a-70e9-4026-b845-667d53078a67" providerId="ADAL" clId="{FB0A4625-5635-42D2-81C4-3227F1CAD932}" dt="2025-10-27T14:34:38.694" v="2865" actId="20577"/>
          <ac:spMkLst>
            <pc:docMk/>
            <pc:sldMk cId="3862998084" sldId="397"/>
            <ac:spMk id="110" creationId="{440DB6C0-67DD-223E-CD1C-F6DAEAB14EC1}"/>
          </ac:spMkLst>
        </pc:spChg>
        <pc:picChg chg="add mod ord">
          <ac:chgData name="MUHAMMAD IRFAN NABYL BIN MOHAMAD YAAKUB" userId="5f5f9c1a-70e9-4026-b845-667d53078a67" providerId="ADAL" clId="{FB0A4625-5635-42D2-81C4-3227F1CAD932}" dt="2025-10-27T13:37:33.022" v="2107" actId="167"/>
          <ac:picMkLst>
            <pc:docMk/>
            <pc:sldMk cId="3862998084" sldId="397"/>
            <ac:picMk id="4" creationId="{44443F49-4D3D-F7A1-F32F-A3616796288F}"/>
          </ac:picMkLst>
        </pc:pic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619927988" sldId="398"/>
        </pc:sldMkLst>
        <pc:spChg chg="add del mod">
          <ac:chgData name="MUHAMMAD IRFAN NABYL BIN MOHAMAD YAAKUB" userId="5f5f9c1a-70e9-4026-b845-667d53078a67" providerId="ADAL" clId="{FB0A4625-5635-42D2-81C4-3227F1CAD932}" dt="2025-10-27T13:42:15.704" v="2200" actId="478"/>
          <ac:spMkLst>
            <pc:docMk/>
            <pc:sldMk cId="3619927988" sldId="398"/>
            <ac:spMk id="2" creationId="{02FCE975-FFD5-988E-9970-38CDF0FB08E8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4.404" v="3744"/>
          <ac:spMkLst>
            <pc:docMk/>
            <pc:sldMk cId="3619927988" sldId="398"/>
            <ac:spMk id="2" creationId="{5BD82275-B985-097E-AAFA-CD99484954FD}"/>
          </ac:spMkLst>
        </pc:spChg>
        <pc:spChg chg="mod">
          <ac:chgData name="MUHAMMAD IRFAN NABYL BIN MOHAMAD YAAKUB" userId="5f5f9c1a-70e9-4026-b845-667d53078a67" providerId="ADAL" clId="{FB0A4625-5635-42D2-81C4-3227F1CAD932}" dt="2025-10-27T13:51:13.526" v="2294" actId="20577"/>
          <ac:spMkLst>
            <pc:docMk/>
            <pc:sldMk cId="3619927988" sldId="398"/>
            <ac:spMk id="3" creationId="{7344F199-4E39-0365-A904-5E15699C9DFC}"/>
          </ac:spMkLst>
        </pc:spChg>
        <pc:spChg chg="add mod">
          <ac:chgData name="MUHAMMAD IRFAN NABYL BIN MOHAMAD YAAKUB" userId="5f5f9c1a-70e9-4026-b845-667d53078a67" providerId="ADAL" clId="{FB0A4625-5635-42D2-81C4-3227F1CAD932}" dt="2025-10-27T14:02:22.538" v="2605" actId="2711"/>
          <ac:spMkLst>
            <pc:docMk/>
            <pc:sldMk cId="3619927988" sldId="398"/>
            <ac:spMk id="4" creationId="{B0737363-801E-E07E-B458-F1B05AA1F0A7}"/>
          </ac:spMkLst>
        </pc:spChg>
        <pc:spChg chg="add mod">
          <ac:chgData name="MUHAMMAD IRFAN NABYL BIN MOHAMAD YAAKUB" userId="5f5f9c1a-70e9-4026-b845-667d53078a67" providerId="ADAL" clId="{FB0A4625-5635-42D2-81C4-3227F1CAD932}" dt="2025-10-27T14:05:57.688" v="2711" actId="1076"/>
          <ac:spMkLst>
            <pc:docMk/>
            <pc:sldMk cId="3619927988" sldId="398"/>
            <ac:spMk id="5" creationId="{4EAF7527-9E0E-4A28-792C-8A84B13ABAF5}"/>
          </ac:spMkLst>
        </pc:spChg>
        <pc:spChg chg="mod">
          <ac:chgData name="MUHAMMAD IRFAN NABYL BIN MOHAMAD YAAKUB" userId="5f5f9c1a-70e9-4026-b845-667d53078a67" providerId="ADAL" clId="{FB0A4625-5635-42D2-81C4-3227F1CAD932}" dt="2025-10-27T14:05:57.688" v="2711" actId="1076"/>
          <ac:spMkLst>
            <pc:docMk/>
            <pc:sldMk cId="3619927988" sldId="398"/>
            <ac:spMk id="8" creationId="{370FD756-02C8-7B87-3C4D-55664868E5B6}"/>
          </ac:spMkLst>
        </pc:spChg>
        <pc:spChg chg="mod">
          <ac:chgData name="MUHAMMAD IRFAN NABYL BIN MOHAMAD YAAKUB" userId="5f5f9c1a-70e9-4026-b845-667d53078a67" providerId="ADAL" clId="{FB0A4625-5635-42D2-81C4-3227F1CAD932}" dt="2025-10-27T14:34:39.874" v="2866" actId="20577"/>
          <ac:spMkLst>
            <pc:docMk/>
            <pc:sldMk cId="3619927988" sldId="398"/>
            <ac:spMk id="110" creationId="{91E8DA46-3678-0C58-5A1E-8369DD91F7DF}"/>
          </ac:spMkLst>
        </pc:spChg>
        <pc:picChg chg="add mod">
          <ac:chgData name="MUHAMMAD IRFAN NABYL BIN MOHAMAD YAAKUB" userId="5f5f9c1a-70e9-4026-b845-667d53078a67" providerId="ADAL" clId="{FB0A4625-5635-42D2-81C4-3227F1CAD932}" dt="2025-10-27T14:05:57.688" v="2711" actId="1076"/>
          <ac:picMkLst>
            <pc:docMk/>
            <pc:sldMk cId="3619927988" sldId="398"/>
            <ac:picMk id="7" creationId="{204F6F2B-4059-0EE0-FB44-6992D7236846}"/>
          </ac:picMkLst>
        </pc:pic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957282259" sldId="399"/>
        </pc:sldMkLst>
        <pc:spChg chg="add mod">
          <ac:chgData name="MUHAMMAD IRFAN NABYL BIN MOHAMAD YAAKUB" userId="5f5f9c1a-70e9-4026-b845-667d53078a67" providerId="ADAL" clId="{FB0A4625-5635-42D2-81C4-3227F1CAD932}" dt="2025-10-27T15:20:55.386" v="3745"/>
          <ac:spMkLst>
            <pc:docMk/>
            <pc:sldMk cId="3957282259" sldId="399"/>
            <ac:spMk id="2" creationId="{10CCE170-B6AC-DA3C-123C-613C72618E12}"/>
          </ac:spMkLst>
        </pc:spChg>
        <pc:spChg chg="mod">
          <ac:chgData name="MUHAMMAD IRFAN NABYL BIN MOHAMAD YAAKUB" userId="5f5f9c1a-70e9-4026-b845-667d53078a67" providerId="ADAL" clId="{FB0A4625-5635-42D2-81C4-3227F1CAD932}" dt="2025-10-27T13:59:39.208" v="2543" actId="20577"/>
          <ac:spMkLst>
            <pc:docMk/>
            <pc:sldMk cId="3957282259" sldId="399"/>
            <ac:spMk id="3" creationId="{5488E5BD-E424-2C2A-7F79-8386C66D6D64}"/>
          </ac:spMkLst>
        </pc:spChg>
        <pc:spChg chg="del">
          <ac:chgData name="MUHAMMAD IRFAN NABYL BIN MOHAMAD YAAKUB" userId="5f5f9c1a-70e9-4026-b845-667d53078a67" providerId="ADAL" clId="{FB0A4625-5635-42D2-81C4-3227F1CAD932}" dt="2025-10-27T13:52:42.512" v="2314" actId="478"/>
          <ac:spMkLst>
            <pc:docMk/>
            <pc:sldMk cId="3957282259" sldId="399"/>
            <ac:spMk id="4" creationId="{CFA3FE72-77F7-8791-AF75-CD93ECF339F4}"/>
          </ac:spMkLst>
        </pc:spChg>
        <pc:spChg chg="del mod">
          <ac:chgData name="MUHAMMAD IRFAN NABYL BIN MOHAMAD YAAKUB" userId="5f5f9c1a-70e9-4026-b845-667d53078a67" providerId="ADAL" clId="{FB0A4625-5635-42D2-81C4-3227F1CAD932}" dt="2025-10-27T13:55:31.763" v="2412" actId="478"/>
          <ac:spMkLst>
            <pc:docMk/>
            <pc:sldMk cId="3957282259" sldId="399"/>
            <ac:spMk id="5" creationId="{B5681205-D3FD-6BEC-F429-BEB313F94B53}"/>
          </ac:spMkLst>
        </pc:spChg>
        <pc:spChg chg="del mod">
          <ac:chgData name="MUHAMMAD IRFAN NABYL BIN MOHAMAD YAAKUB" userId="5f5f9c1a-70e9-4026-b845-667d53078a67" providerId="ADAL" clId="{FB0A4625-5635-42D2-81C4-3227F1CAD932}" dt="2025-10-27T13:55:31.349" v="2411" actId="478"/>
          <ac:spMkLst>
            <pc:docMk/>
            <pc:sldMk cId="3957282259" sldId="399"/>
            <ac:spMk id="8" creationId="{DBB9855D-F12B-11ED-FB08-9B5F758CDCCD}"/>
          </ac:spMkLst>
        </pc:spChg>
        <pc:spChg chg="add mod">
          <ac:chgData name="MUHAMMAD IRFAN NABYL BIN MOHAMAD YAAKUB" userId="5f5f9c1a-70e9-4026-b845-667d53078a67" providerId="ADAL" clId="{FB0A4625-5635-42D2-81C4-3227F1CAD932}" dt="2025-10-27T13:59:28.013" v="2533" actId="1036"/>
          <ac:spMkLst>
            <pc:docMk/>
            <pc:sldMk cId="3957282259" sldId="399"/>
            <ac:spMk id="14" creationId="{0440F2AE-8666-0AA4-001E-2BFEF3BC5067}"/>
          </ac:spMkLst>
        </pc:spChg>
        <pc:spChg chg="add mod">
          <ac:chgData name="MUHAMMAD IRFAN NABYL BIN MOHAMAD YAAKUB" userId="5f5f9c1a-70e9-4026-b845-667d53078a67" providerId="ADAL" clId="{FB0A4625-5635-42D2-81C4-3227F1CAD932}" dt="2025-10-27T13:58:39.975" v="2477"/>
          <ac:spMkLst>
            <pc:docMk/>
            <pc:sldMk cId="3957282259" sldId="399"/>
            <ac:spMk id="15" creationId="{2677FA06-511E-542F-1FDF-F18B17113953}"/>
          </ac:spMkLst>
        </pc:spChg>
        <pc:spChg chg="mod">
          <ac:chgData name="MUHAMMAD IRFAN NABYL BIN MOHAMAD YAAKUB" userId="5f5f9c1a-70e9-4026-b845-667d53078a67" providerId="ADAL" clId="{FB0A4625-5635-42D2-81C4-3227F1CAD932}" dt="2025-10-27T14:34:40.936" v="2867" actId="20577"/>
          <ac:spMkLst>
            <pc:docMk/>
            <pc:sldMk cId="3957282259" sldId="399"/>
            <ac:spMk id="110" creationId="{73F7FB64-CB23-547E-EC6F-8C912BC8F42A}"/>
          </ac:spMkLst>
        </pc:spChg>
        <pc:picChg chg="add del mod">
          <ac:chgData name="MUHAMMAD IRFAN NABYL BIN MOHAMAD YAAKUB" userId="5f5f9c1a-70e9-4026-b845-667d53078a67" providerId="ADAL" clId="{FB0A4625-5635-42D2-81C4-3227F1CAD932}" dt="2025-10-27T13:54:39.034" v="2394" actId="21"/>
          <ac:picMkLst>
            <pc:docMk/>
            <pc:sldMk cId="3957282259" sldId="399"/>
            <ac:picMk id="6" creationId="{D85D13C7-75FF-0912-7CDE-DF0E53322BA2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3:57:29.384" v="2444" actId="478"/>
          <ac:picMkLst>
            <pc:docMk/>
            <pc:sldMk cId="3957282259" sldId="399"/>
            <ac:picMk id="7" creationId="{D85D13C7-75FF-0912-7CDE-DF0E53322BA2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57:31.353" v="2445" actId="1076"/>
          <ac:picMkLst>
            <pc:docMk/>
            <pc:sldMk cId="3957282259" sldId="399"/>
            <ac:picMk id="11" creationId="{690F1088-AED9-D4AC-38A9-CD5BA7C23B64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3:58:22.091" v="2474" actId="1036"/>
          <ac:picMkLst>
            <pc:docMk/>
            <pc:sldMk cId="3957282259" sldId="399"/>
            <ac:picMk id="13" creationId="{7C57DBC8-868D-3BFE-AD88-9577828A0719}"/>
          </ac:picMkLst>
        </pc:pic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2144134849" sldId="400"/>
        </pc:sldMkLst>
        <pc:spChg chg="add mod">
          <ac:chgData name="MUHAMMAD IRFAN NABYL BIN MOHAMAD YAAKUB" userId="5f5f9c1a-70e9-4026-b845-667d53078a67" providerId="ADAL" clId="{FB0A4625-5635-42D2-81C4-3227F1CAD932}" dt="2025-10-27T14:05:27.282" v="2709" actId="1076"/>
          <ac:spMkLst>
            <pc:docMk/>
            <pc:sldMk cId="2144134849" sldId="400"/>
            <ac:spMk id="2" creationId="{4A9141D9-13AB-C569-5177-19AFBDFFA648}"/>
          </ac:spMkLst>
        </pc:spChg>
        <pc:spChg chg="mod">
          <ac:chgData name="MUHAMMAD IRFAN NABYL BIN MOHAMAD YAAKUB" userId="5f5f9c1a-70e9-4026-b845-667d53078a67" providerId="ADAL" clId="{FB0A4625-5635-42D2-81C4-3227F1CAD932}" dt="2025-10-27T14:02:28.512" v="2606" actId="2711"/>
          <ac:spMkLst>
            <pc:docMk/>
            <pc:sldMk cId="2144134849" sldId="400"/>
            <ac:spMk id="3" creationId="{6C188EAB-EE29-24EC-801E-685B79EAC63F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5.797" v="3746"/>
          <ac:spMkLst>
            <pc:docMk/>
            <pc:sldMk cId="2144134849" sldId="400"/>
            <ac:spMk id="4" creationId="{47A321C2-E46F-C358-AA6A-F74CEBDEBFAC}"/>
          </ac:spMkLst>
        </pc:spChg>
        <pc:spChg chg="del mod">
          <ac:chgData name="MUHAMMAD IRFAN NABYL BIN MOHAMAD YAAKUB" userId="5f5f9c1a-70e9-4026-b845-667d53078a67" providerId="ADAL" clId="{FB0A4625-5635-42D2-81C4-3227F1CAD932}" dt="2025-10-27T14:01:15.631" v="2587" actId="478"/>
          <ac:spMkLst>
            <pc:docMk/>
            <pc:sldMk cId="2144134849" sldId="400"/>
            <ac:spMk id="14" creationId="{CF8B5F41-DF90-DB39-A6A9-987F161A7719}"/>
          </ac:spMkLst>
        </pc:spChg>
        <pc:spChg chg="mod">
          <ac:chgData name="MUHAMMAD IRFAN NABYL BIN MOHAMAD YAAKUB" userId="5f5f9c1a-70e9-4026-b845-667d53078a67" providerId="ADAL" clId="{FB0A4625-5635-42D2-81C4-3227F1CAD932}" dt="2025-10-27T14:34:42.116" v="2868" actId="20577"/>
          <ac:spMkLst>
            <pc:docMk/>
            <pc:sldMk cId="2144134849" sldId="400"/>
            <ac:spMk id="110" creationId="{A1BF53BC-3A2E-7797-97F3-56CB3DA0B0AD}"/>
          </ac:spMkLst>
        </pc:spChg>
        <pc:picChg chg="add mod">
          <ac:chgData name="MUHAMMAD IRFAN NABYL BIN MOHAMAD YAAKUB" userId="5f5f9c1a-70e9-4026-b845-667d53078a67" providerId="ADAL" clId="{FB0A4625-5635-42D2-81C4-3227F1CAD932}" dt="2025-10-27T14:07:43.498" v="2738" actId="1036"/>
          <ac:picMkLst>
            <pc:docMk/>
            <pc:sldMk cId="2144134849" sldId="400"/>
            <ac:picMk id="5" creationId="{89755425-3DBE-22B0-F4EC-2C76354BC95E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4:01:06.087" v="2584" actId="478"/>
          <ac:picMkLst>
            <pc:docMk/>
            <pc:sldMk cId="2144134849" sldId="400"/>
            <ac:picMk id="11" creationId="{02FED1C8-4ED1-D64B-D1A1-A6292C4EEFDC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4:01:17.796" v="2589" actId="478"/>
          <ac:picMkLst>
            <pc:docMk/>
            <pc:sldMk cId="2144134849" sldId="400"/>
            <ac:picMk id="13" creationId="{941F530D-3ED3-09A4-4B8A-D7423CD09FA5}"/>
          </ac:picMkLst>
        </pc:pic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613188707" sldId="401"/>
        </pc:sldMkLst>
        <pc:spChg chg="mod">
          <ac:chgData name="MUHAMMAD IRFAN NABYL BIN MOHAMAD YAAKUB" userId="5f5f9c1a-70e9-4026-b845-667d53078a67" providerId="ADAL" clId="{FB0A4625-5635-42D2-81C4-3227F1CAD932}" dt="2025-10-27T14:31:42.549" v="2840" actId="1036"/>
          <ac:spMkLst>
            <pc:docMk/>
            <pc:sldMk cId="613188707" sldId="401"/>
            <ac:spMk id="2" creationId="{3095106A-2B11-D52C-9842-661AA8C67F99}"/>
          </ac:spMkLst>
        </pc:spChg>
        <pc:spChg chg="mod">
          <ac:chgData name="MUHAMMAD IRFAN NABYL BIN MOHAMAD YAAKUB" userId="5f5f9c1a-70e9-4026-b845-667d53078a67" providerId="ADAL" clId="{FB0A4625-5635-42D2-81C4-3227F1CAD932}" dt="2025-10-27T14:39:42.238" v="2870" actId="11"/>
          <ac:spMkLst>
            <pc:docMk/>
            <pc:sldMk cId="613188707" sldId="401"/>
            <ac:spMk id="3" creationId="{8CF99E17-36C0-5429-AB74-7B3231F7CB4E}"/>
          </ac:spMkLst>
        </pc:spChg>
        <pc:spChg chg="add mod">
          <ac:chgData name="MUHAMMAD IRFAN NABYL BIN MOHAMAD YAAKUB" userId="5f5f9c1a-70e9-4026-b845-667d53078a67" providerId="ADAL" clId="{FB0A4625-5635-42D2-81C4-3227F1CAD932}" dt="2025-10-27T14:31:56.969" v="2852" actId="1076"/>
          <ac:spMkLst>
            <pc:docMk/>
            <pc:sldMk cId="613188707" sldId="401"/>
            <ac:spMk id="4" creationId="{3B8EFE84-8927-45FE-E549-4E562FE274F5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56.210" v="3747"/>
          <ac:spMkLst>
            <pc:docMk/>
            <pc:sldMk cId="613188707" sldId="401"/>
            <ac:spMk id="5" creationId="{168FDEAB-74B5-30D8-57A4-2374D682F96F}"/>
          </ac:spMkLst>
        </pc:spChg>
        <pc:spChg chg="add mod">
          <ac:chgData name="MUHAMMAD IRFAN NABYL BIN MOHAMAD YAAKUB" userId="5f5f9c1a-70e9-4026-b845-667d53078a67" providerId="ADAL" clId="{FB0A4625-5635-42D2-81C4-3227F1CAD932}" dt="2025-10-27T14:39:49.942" v="2871" actId="11"/>
          <ac:spMkLst>
            <pc:docMk/>
            <pc:sldMk cId="613188707" sldId="401"/>
            <ac:spMk id="8" creationId="{08DF9C5A-7D1D-0335-4CEE-20A9360B10ED}"/>
          </ac:spMkLst>
        </pc:spChg>
        <pc:spChg chg="mod">
          <ac:chgData name="MUHAMMAD IRFAN NABYL BIN MOHAMAD YAAKUB" userId="5f5f9c1a-70e9-4026-b845-667d53078a67" providerId="ADAL" clId="{FB0A4625-5635-42D2-81C4-3227F1CAD932}" dt="2025-10-27T14:34:43.321" v="2869" actId="20577"/>
          <ac:spMkLst>
            <pc:docMk/>
            <pc:sldMk cId="613188707" sldId="401"/>
            <ac:spMk id="110" creationId="{023CD3EB-A3BB-4B1E-A3C0-96669ABC3E12}"/>
          </ac:spMkLst>
        </pc:spChg>
        <pc:picChg chg="del mod">
          <ac:chgData name="MUHAMMAD IRFAN NABYL BIN MOHAMAD YAAKUB" userId="5f5f9c1a-70e9-4026-b845-667d53078a67" providerId="ADAL" clId="{FB0A4625-5635-42D2-81C4-3227F1CAD932}" dt="2025-10-27T14:11:34.679" v="2749" actId="478"/>
          <ac:picMkLst>
            <pc:docMk/>
            <pc:sldMk cId="613188707" sldId="401"/>
            <ac:picMk id="5" creationId="{9C86B76C-821B-A55F-BCF9-D7456B6104DC}"/>
          </ac:picMkLst>
        </pc:picChg>
        <pc:picChg chg="add mod modCrop">
          <ac:chgData name="MUHAMMAD IRFAN NABYL BIN MOHAMAD YAAKUB" userId="5f5f9c1a-70e9-4026-b845-667d53078a67" providerId="ADAL" clId="{FB0A4625-5635-42D2-81C4-3227F1CAD932}" dt="2025-10-27T14:34:23.996" v="2864" actId="732"/>
          <ac:picMkLst>
            <pc:docMk/>
            <pc:sldMk cId="613188707" sldId="401"/>
            <ac:picMk id="7" creationId="{6254E89E-B7D2-F218-26F9-D18EF5F71480}"/>
          </ac:picMkLst>
        </pc:pic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68170103" sldId="402"/>
        </pc:sldMkLst>
        <pc:spChg chg="add mod">
          <ac:chgData name="MUHAMMAD IRFAN NABYL BIN MOHAMAD YAAKUB" userId="5f5f9c1a-70e9-4026-b845-667d53078a67" providerId="ADAL" clId="{FB0A4625-5635-42D2-81C4-3227F1CAD932}" dt="2025-10-27T15:20:56.591" v="3748"/>
          <ac:spMkLst>
            <pc:docMk/>
            <pc:sldMk cId="68170103" sldId="402"/>
            <ac:spMk id="2" creationId="{431F89BE-17D1-D799-4938-F766F503E37B}"/>
          </ac:spMkLst>
        </pc:spChg>
        <pc:spChg chg="del">
          <ac:chgData name="MUHAMMAD IRFAN NABYL BIN MOHAMAD YAAKUB" userId="5f5f9c1a-70e9-4026-b845-667d53078a67" providerId="ADAL" clId="{FB0A4625-5635-42D2-81C4-3227F1CAD932}" dt="2025-10-27T14:40:55.798" v="2875" actId="478"/>
          <ac:spMkLst>
            <pc:docMk/>
            <pc:sldMk cId="68170103" sldId="402"/>
            <ac:spMk id="2" creationId="{E3134B8A-9B8E-68FD-4F4A-AD5157C3A04E}"/>
          </ac:spMkLst>
        </pc:spChg>
        <pc:spChg chg="del mod">
          <ac:chgData name="MUHAMMAD IRFAN NABYL BIN MOHAMAD YAAKUB" userId="5f5f9c1a-70e9-4026-b845-667d53078a67" providerId="ADAL" clId="{FB0A4625-5635-42D2-81C4-3227F1CAD932}" dt="2025-10-27T15:11:54.830" v="3051" actId="478"/>
          <ac:spMkLst>
            <pc:docMk/>
            <pc:sldMk cId="68170103" sldId="402"/>
            <ac:spMk id="3" creationId="{AEB6DA54-3EA5-7330-36EC-4905643C664A}"/>
          </ac:spMkLst>
        </pc:spChg>
        <pc:spChg chg="del mod">
          <ac:chgData name="MUHAMMAD IRFAN NABYL BIN MOHAMAD YAAKUB" userId="5f5f9c1a-70e9-4026-b845-667d53078a67" providerId="ADAL" clId="{FB0A4625-5635-42D2-81C4-3227F1CAD932}" dt="2025-10-27T15:12:37.053" v="3075" actId="478"/>
          <ac:spMkLst>
            <pc:docMk/>
            <pc:sldMk cId="68170103" sldId="402"/>
            <ac:spMk id="4" creationId="{21DAEBD9-AF56-6E6C-9A0D-BBD25DE656A4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5:12:37.053" v="3075" actId="478"/>
          <ac:spMkLst>
            <pc:docMk/>
            <pc:sldMk cId="68170103" sldId="402"/>
            <ac:spMk id="5" creationId="{29FA297D-E011-3576-C891-FB07C12F5B35}"/>
          </ac:spMkLst>
        </pc:spChg>
        <pc:spChg chg="del">
          <ac:chgData name="MUHAMMAD IRFAN NABYL BIN MOHAMAD YAAKUB" userId="5f5f9c1a-70e9-4026-b845-667d53078a67" providerId="ADAL" clId="{FB0A4625-5635-42D2-81C4-3227F1CAD932}" dt="2025-10-27T14:40:56.919" v="2876" actId="478"/>
          <ac:spMkLst>
            <pc:docMk/>
            <pc:sldMk cId="68170103" sldId="402"/>
            <ac:spMk id="8" creationId="{484B805F-3934-A334-4D8A-8404ADAD0BBF}"/>
          </ac:spMkLst>
        </pc:spChg>
        <pc:spChg chg="add del mod">
          <ac:chgData name="MUHAMMAD IRFAN NABYL BIN MOHAMAD YAAKUB" userId="5f5f9c1a-70e9-4026-b845-667d53078a67" providerId="ADAL" clId="{FB0A4625-5635-42D2-81C4-3227F1CAD932}" dt="2025-10-27T15:11:57.153" v="3052" actId="478"/>
          <ac:spMkLst>
            <pc:docMk/>
            <pc:sldMk cId="68170103" sldId="402"/>
            <ac:spMk id="9" creationId="{2DE352AD-F0D1-8177-D03B-B817E40823A5}"/>
          </ac:spMkLst>
        </pc:spChg>
        <pc:spChg chg="add mod">
          <ac:chgData name="MUHAMMAD IRFAN NABYL BIN MOHAMAD YAAKUB" userId="5f5f9c1a-70e9-4026-b845-667d53078a67" providerId="ADAL" clId="{FB0A4625-5635-42D2-81C4-3227F1CAD932}" dt="2025-10-27T15:20:02.998" v="3704" actId="9"/>
          <ac:spMkLst>
            <pc:docMk/>
            <pc:sldMk cId="68170103" sldId="402"/>
            <ac:spMk id="11" creationId="{46077F0F-C6ED-720A-8082-4B4E561989D1}"/>
          </ac:spMkLst>
        </pc:spChg>
        <pc:spChg chg="mod">
          <ac:chgData name="MUHAMMAD IRFAN NABYL BIN MOHAMAD YAAKUB" userId="5f5f9c1a-70e9-4026-b845-667d53078a67" providerId="ADAL" clId="{FB0A4625-5635-42D2-81C4-3227F1CAD932}" dt="2025-10-27T15:12:30.293" v="3074" actId="20577"/>
          <ac:spMkLst>
            <pc:docMk/>
            <pc:sldMk cId="68170103" sldId="402"/>
            <ac:spMk id="110" creationId="{63B070F3-78BD-A617-2E1E-338B85194C20}"/>
          </ac:spMkLst>
        </pc:spChg>
        <pc:picChg chg="del">
          <ac:chgData name="MUHAMMAD IRFAN NABYL BIN MOHAMAD YAAKUB" userId="5f5f9c1a-70e9-4026-b845-667d53078a67" providerId="ADAL" clId="{FB0A4625-5635-42D2-81C4-3227F1CAD932}" dt="2025-10-27T14:40:57.748" v="2877" actId="478"/>
          <ac:picMkLst>
            <pc:docMk/>
            <pc:sldMk cId="68170103" sldId="402"/>
            <ac:picMk id="7" creationId="{BA0CDAD2-83AE-5D17-F234-A2790EAA7D61}"/>
          </ac:picMkLst>
        </pc:picChg>
      </pc:sldChg>
      <pc:sldChg chg="addSp modSp add del mod modTransition">
        <pc:chgData name="MUHAMMAD IRFAN NABYL BIN MOHAMAD YAAKUB" userId="5f5f9c1a-70e9-4026-b845-667d53078a67" providerId="ADAL" clId="{FB0A4625-5635-42D2-81C4-3227F1CAD932}" dt="2025-10-27T17:19:31.174" v="5468" actId="47"/>
        <pc:sldMkLst>
          <pc:docMk/>
          <pc:sldMk cId="3484972700" sldId="403"/>
        </pc:sldMkLst>
        <pc:spChg chg="add mod">
          <ac:chgData name="MUHAMMAD IRFAN NABYL BIN MOHAMAD YAAKUB" userId="5f5f9c1a-70e9-4026-b845-667d53078a67" providerId="ADAL" clId="{FB0A4625-5635-42D2-81C4-3227F1CAD932}" dt="2025-10-27T15:20:57.003" v="3749"/>
          <ac:spMkLst>
            <pc:docMk/>
            <pc:sldMk cId="3484972700" sldId="403"/>
            <ac:spMk id="2" creationId="{45E4AEBA-C39C-848A-27E4-30E660C84F67}"/>
          </ac:spMkLst>
        </pc:spChg>
        <pc:spChg chg="mod">
          <ac:chgData name="MUHAMMAD IRFAN NABYL BIN MOHAMAD YAAKUB" userId="5f5f9c1a-70e9-4026-b845-667d53078a67" providerId="ADAL" clId="{FB0A4625-5635-42D2-81C4-3227F1CAD932}" dt="2025-10-27T15:19:27.567" v="3703" actId="20577"/>
          <ac:spMkLst>
            <pc:docMk/>
            <pc:sldMk cId="3484972700" sldId="403"/>
            <ac:spMk id="4" creationId="{F91A1439-FD33-2D5C-ECEE-00760872AF1D}"/>
          </ac:spMkLst>
        </pc:spChg>
        <pc:spChg chg="mod">
          <ac:chgData name="MUHAMMAD IRFAN NABYL BIN MOHAMAD YAAKUB" userId="5f5f9c1a-70e9-4026-b845-667d53078a67" providerId="ADAL" clId="{FB0A4625-5635-42D2-81C4-3227F1CAD932}" dt="2025-10-27T15:13:46.120" v="3213" actId="20577"/>
          <ac:spMkLst>
            <pc:docMk/>
            <pc:sldMk cId="3484972700" sldId="403"/>
            <ac:spMk id="5" creationId="{7796AC27-1DC7-67B4-31F8-E4CB0AD11595}"/>
          </ac:spMkLst>
        </pc:spChg>
        <pc:spChg chg="mod">
          <ac:chgData name="MUHAMMAD IRFAN NABYL BIN MOHAMAD YAAKUB" userId="5f5f9c1a-70e9-4026-b845-667d53078a67" providerId="ADAL" clId="{FB0A4625-5635-42D2-81C4-3227F1CAD932}" dt="2025-10-27T15:12:26.151" v="3068" actId="20577"/>
          <ac:spMkLst>
            <pc:docMk/>
            <pc:sldMk cId="3484972700" sldId="403"/>
            <ac:spMk id="110" creationId="{4F69EEFC-8D01-8654-83BB-239715BC718B}"/>
          </ac:spMkLst>
        </pc:spChg>
      </pc:sldChg>
      <pc:sldChg chg="delSp modSp add mod modTransition">
        <pc:chgData name="MUHAMMAD IRFAN NABYL BIN MOHAMAD YAAKUB" userId="5f5f9c1a-70e9-4026-b845-667d53078a67" providerId="ADAL" clId="{FB0A4625-5635-42D2-81C4-3227F1CAD932}" dt="2025-10-27T17:21:40.889" v="5518"/>
        <pc:sldMkLst>
          <pc:docMk/>
          <pc:sldMk cId="3480853104" sldId="404"/>
        </pc:sldMkLst>
        <pc:spChg chg="mod">
          <ac:chgData name="MUHAMMAD IRFAN NABYL BIN MOHAMAD YAAKUB" userId="5f5f9c1a-70e9-4026-b845-667d53078a67" providerId="ADAL" clId="{FB0A4625-5635-42D2-81C4-3227F1CAD932}" dt="2025-10-27T16:18:45.164" v="4972" actId="20577"/>
          <ac:spMkLst>
            <pc:docMk/>
            <pc:sldMk cId="3480853104" sldId="404"/>
            <ac:spMk id="110" creationId="{E5651885-225B-C25B-277F-CE470D40F719}"/>
          </ac:spMkLst>
        </pc:spChg>
        <pc:spChg chg="mod">
          <ac:chgData name="MUHAMMAD IRFAN NABYL BIN MOHAMAD YAAKUB" userId="5f5f9c1a-70e9-4026-b845-667d53078a67" providerId="ADAL" clId="{FB0A4625-5635-42D2-81C4-3227F1CAD932}" dt="2025-10-27T16:18:41.610" v="4958" actId="113"/>
          <ac:spMkLst>
            <pc:docMk/>
            <pc:sldMk cId="3480853104" sldId="404"/>
            <ac:spMk id="111" creationId="{2CA9A37D-748E-2144-0D95-275E75347659}"/>
          </ac:spMkLst>
        </pc:spChg>
        <pc:picChg chg="del">
          <ac:chgData name="MUHAMMAD IRFAN NABYL BIN MOHAMAD YAAKUB" userId="5f5f9c1a-70e9-4026-b845-667d53078a67" providerId="ADAL" clId="{FB0A4625-5635-42D2-81C4-3227F1CAD932}" dt="2025-10-27T16:12:08.342" v="4304" actId="478"/>
          <ac:picMkLst>
            <pc:docMk/>
            <pc:sldMk cId="3480853104" sldId="404"/>
            <ac:picMk id="2" creationId="{2B14C8F1-47E2-F192-5C8D-27B8A3BE6D43}"/>
          </ac:picMkLst>
        </pc:picChg>
      </pc:sldChg>
      <pc:sldChg chg="addSp delSp modSp add mod ord modTransition">
        <pc:chgData name="MUHAMMAD IRFAN NABYL BIN MOHAMAD YAAKUB" userId="5f5f9c1a-70e9-4026-b845-667d53078a67" providerId="ADAL" clId="{FB0A4625-5635-42D2-81C4-3227F1CAD932}" dt="2025-10-27T17:21:40.889" v="5518"/>
        <pc:sldMkLst>
          <pc:docMk/>
          <pc:sldMk cId="891406105" sldId="405"/>
        </pc:sldMkLst>
        <pc:spChg chg="mod">
          <ac:chgData name="MUHAMMAD IRFAN NABYL BIN MOHAMAD YAAKUB" userId="5f5f9c1a-70e9-4026-b845-667d53078a67" providerId="ADAL" clId="{FB0A4625-5635-42D2-81C4-3227F1CAD932}" dt="2025-10-27T16:20:30.722" v="5004" actId="20577"/>
          <ac:spMkLst>
            <pc:docMk/>
            <pc:sldMk cId="891406105" sldId="405"/>
            <ac:spMk id="110" creationId="{CE5B2905-A293-7183-4B0D-81F5CC35E8ED}"/>
          </ac:spMkLst>
        </pc:spChg>
        <pc:spChg chg="mod">
          <ac:chgData name="MUHAMMAD IRFAN NABYL BIN MOHAMAD YAAKUB" userId="5f5f9c1a-70e9-4026-b845-667d53078a67" providerId="ADAL" clId="{FB0A4625-5635-42D2-81C4-3227F1CAD932}" dt="2025-10-27T16:25:11.167" v="5376" actId="20577"/>
          <ac:spMkLst>
            <pc:docMk/>
            <pc:sldMk cId="891406105" sldId="405"/>
            <ac:spMk id="111" creationId="{4AC7A64C-7EA3-47DB-7C1F-F75AA96583C5}"/>
          </ac:spMkLst>
        </pc:spChg>
        <pc:picChg chg="del">
          <ac:chgData name="MUHAMMAD IRFAN NABYL BIN MOHAMAD YAAKUB" userId="5f5f9c1a-70e9-4026-b845-667d53078a67" providerId="ADAL" clId="{FB0A4625-5635-42D2-81C4-3227F1CAD932}" dt="2025-10-27T16:19:23.032" v="4976" actId="478"/>
          <ac:picMkLst>
            <pc:docMk/>
            <pc:sldMk cId="891406105" sldId="405"/>
            <ac:picMk id="2" creationId="{49540193-F341-B3D1-56D1-D1E9EE52FCA3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7T16:19:30.542" v="4981" actId="478"/>
          <ac:picMkLst>
            <pc:docMk/>
            <pc:sldMk cId="891406105" sldId="405"/>
            <ac:picMk id="6" creationId="{65F1469E-CAB0-2E59-B77E-67284559BCE4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6:21:19.768" v="5015" actId="1076"/>
          <ac:picMkLst>
            <pc:docMk/>
            <pc:sldMk cId="891406105" sldId="405"/>
            <ac:picMk id="1026" creationId="{C86C3B69-BFEB-37E7-3517-18E3F63AA2CB}"/>
          </ac:picMkLst>
        </pc:picChg>
      </pc:sldChg>
      <pc:sldChg chg="addSp delSp modSp add mod modTransition">
        <pc:chgData name="MUHAMMAD IRFAN NABYL BIN MOHAMAD YAAKUB" userId="5f5f9c1a-70e9-4026-b845-667d53078a67" providerId="ADAL" clId="{FB0A4625-5635-42D2-81C4-3227F1CAD932}" dt="2025-10-28T09:02:13.246" v="11736" actId="1076"/>
        <pc:sldMkLst>
          <pc:docMk/>
          <pc:sldMk cId="4144008601" sldId="406"/>
        </pc:sldMkLst>
        <pc:spChg chg="mod">
          <ac:chgData name="MUHAMMAD IRFAN NABYL BIN MOHAMAD YAAKUB" userId="5f5f9c1a-70e9-4026-b845-667d53078a67" providerId="ADAL" clId="{FB0A4625-5635-42D2-81C4-3227F1CAD932}" dt="2025-10-27T16:25:37.935" v="5391" actId="20577"/>
          <ac:spMkLst>
            <pc:docMk/>
            <pc:sldMk cId="4144008601" sldId="406"/>
            <ac:spMk id="110" creationId="{C24FACEE-E4E0-A227-11EA-17AE04EF12AC}"/>
          </ac:spMkLst>
        </pc:spChg>
        <pc:spChg chg="mod">
          <ac:chgData name="MUHAMMAD IRFAN NABYL BIN MOHAMAD YAAKUB" userId="5f5f9c1a-70e9-4026-b845-667d53078a67" providerId="ADAL" clId="{FB0A4625-5635-42D2-81C4-3227F1CAD932}" dt="2025-10-27T16:26:20.555" v="5465" actId="20577"/>
          <ac:spMkLst>
            <pc:docMk/>
            <pc:sldMk cId="4144008601" sldId="406"/>
            <ac:spMk id="111" creationId="{8CD87FF3-482A-0566-4239-EB04D10302C6}"/>
          </ac:spMkLst>
        </pc:spChg>
        <pc:picChg chg="del">
          <ac:chgData name="MUHAMMAD IRFAN NABYL BIN MOHAMAD YAAKUB" userId="5f5f9c1a-70e9-4026-b845-667d53078a67" providerId="ADAL" clId="{FB0A4625-5635-42D2-81C4-3227F1CAD932}" dt="2025-10-27T16:30:33.180" v="5466" actId="478"/>
          <ac:picMkLst>
            <pc:docMk/>
            <pc:sldMk cId="4144008601" sldId="406"/>
            <ac:picMk id="1026" creationId="{DFD2D558-6745-8E18-9648-08219587DA0F}"/>
          </ac:picMkLst>
        </pc:picChg>
        <pc:picChg chg="add mod">
          <ac:chgData name="MUHAMMAD IRFAN NABYL BIN MOHAMAD YAAKUB" userId="5f5f9c1a-70e9-4026-b845-667d53078a67" providerId="ADAL" clId="{FB0A4625-5635-42D2-81C4-3227F1CAD932}" dt="2025-10-28T09:02:13.246" v="11736" actId="1076"/>
          <ac:picMkLst>
            <pc:docMk/>
            <pc:sldMk cId="4144008601" sldId="406"/>
            <ac:picMk id="1026" creationId="{F879D2F8-CDAB-12AD-50E0-948A86D8B3D5}"/>
          </ac:picMkLst>
        </pc:picChg>
      </pc:sldChg>
      <pc:sldChg chg="modSp add mod modTransition modShow">
        <pc:chgData name="MUHAMMAD IRFAN NABYL BIN MOHAMAD YAAKUB" userId="5f5f9c1a-70e9-4026-b845-667d53078a67" providerId="ADAL" clId="{FB0A4625-5635-42D2-81C4-3227F1CAD932}" dt="2025-10-27T17:23:57.207" v="5557" actId="729"/>
        <pc:sldMkLst>
          <pc:docMk/>
          <pc:sldMk cId="1151296187" sldId="407"/>
        </pc:sldMkLst>
        <pc:spChg chg="mod">
          <ac:chgData name="MUHAMMAD IRFAN NABYL BIN MOHAMAD YAAKUB" userId="5f5f9c1a-70e9-4026-b845-667d53078a67" providerId="ADAL" clId="{FB0A4625-5635-42D2-81C4-3227F1CAD932}" dt="2025-10-27T17:23:06.642" v="5554" actId="20577"/>
          <ac:spMkLst>
            <pc:docMk/>
            <pc:sldMk cId="1151296187" sldId="407"/>
            <ac:spMk id="110" creationId="{DA110CC4-6E3E-3528-3A19-65884DE56465}"/>
          </ac:spMkLst>
        </pc:spChg>
        <pc:spChg chg="mod">
          <ac:chgData name="MUHAMMAD IRFAN NABYL BIN MOHAMAD YAAKUB" userId="5f5f9c1a-70e9-4026-b845-667d53078a67" providerId="ADAL" clId="{FB0A4625-5635-42D2-81C4-3227F1CAD932}" dt="2025-10-27T17:21:53.636" v="5519" actId="20577"/>
          <ac:spMkLst>
            <pc:docMk/>
            <pc:sldMk cId="1151296187" sldId="407"/>
            <ac:spMk id="111" creationId="{A9CABEB5-7F1C-E142-D526-25EA19D2D46A}"/>
          </ac:spMkLst>
        </pc:spChg>
      </pc:sldChg>
      <pc:sldChg chg="addSp delSp modSp add mod modTransition">
        <pc:chgData name="MUHAMMAD IRFAN NABYL BIN MOHAMAD YAAKUB" userId="5f5f9c1a-70e9-4026-b845-667d53078a67" providerId="ADAL" clId="{FB0A4625-5635-42D2-81C4-3227F1CAD932}" dt="2025-10-28T01:09:18.225" v="10733" actId="20577"/>
        <pc:sldMkLst>
          <pc:docMk/>
          <pc:sldMk cId="1330201706" sldId="408"/>
        </pc:sldMkLst>
        <pc:spChg chg="add mod">
          <ac:chgData name="MUHAMMAD IRFAN NABYL BIN MOHAMAD YAAKUB" userId="5f5f9c1a-70e9-4026-b845-667d53078a67" providerId="ADAL" clId="{FB0A4625-5635-42D2-81C4-3227F1CAD932}" dt="2025-10-28T01:08:45.501" v="10704" actId="14100"/>
          <ac:spMkLst>
            <pc:docMk/>
            <pc:sldMk cId="1330201706" sldId="408"/>
            <ac:spMk id="2" creationId="{F9D2F75F-E88A-956C-AF30-58F774B0DF85}"/>
          </ac:spMkLst>
        </pc:spChg>
        <pc:spChg chg="add mod">
          <ac:chgData name="MUHAMMAD IRFAN NABYL BIN MOHAMAD YAAKUB" userId="5f5f9c1a-70e9-4026-b845-667d53078a67" providerId="ADAL" clId="{FB0A4625-5635-42D2-81C4-3227F1CAD932}" dt="2025-10-28T01:08:52.877" v="10715" actId="1038"/>
          <ac:spMkLst>
            <pc:docMk/>
            <pc:sldMk cId="1330201706" sldId="408"/>
            <ac:spMk id="3" creationId="{06FEE33B-A9B7-0C5E-D1B1-FEFE65595D79}"/>
          </ac:spMkLst>
        </pc:spChg>
        <pc:spChg chg="add mod">
          <ac:chgData name="MUHAMMAD IRFAN NABYL BIN MOHAMAD YAAKUB" userId="5f5f9c1a-70e9-4026-b845-667d53078a67" providerId="ADAL" clId="{FB0A4625-5635-42D2-81C4-3227F1CAD932}" dt="2025-10-28T01:09:02.087" v="10719" actId="14100"/>
          <ac:spMkLst>
            <pc:docMk/>
            <pc:sldMk cId="1330201706" sldId="408"/>
            <ac:spMk id="6" creationId="{0A119E4D-E8E4-A8E0-47DD-AC6EC772FA07}"/>
          </ac:spMkLst>
        </pc:spChg>
        <pc:spChg chg="add mod">
          <ac:chgData name="MUHAMMAD IRFAN NABYL BIN MOHAMAD YAAKUB" userId="5f5f9c1a-70e9-4026-b845-667d53078a67" providerId="ADAL" clId="{FB0A4625-5635-42D2-81C4-3227F1CAD932}" dt="2025-10-28T01:09:18.225" v="10733" actId="20577"/>
          <ac:spMkLst>
            <pc:docMk/>
            <pc:sldMk cId="1330201706" sldId="408"/>
            <ac:spMk id="8" creationId="{FA2D62D6-D65F-CF5E-89EE-75B6454ABFDB}"/>
          </ac:spMkLst>
        </pc:spChg>
        <pc:spChg chg="mod">
          <ac:chgData name="MUHAMMAD IRFAN NABYL BIN MOHAMAD YAAKUB" userId="5f5f9c1a-70e9-4026-b845-667d53078a67" providerId="ADAL" clId="{FB0A4625-5635-42D2-81C4-3227F1CAD932}" dt="2025-10-27T18:40:29.789" v="9494" actId="20577"/>
          <ac:spMkLst>
            <pc:docMk/>
            <pc:sldMk cId="1330201706" sldId="408"/>
            <ac:spMk id="110" creationId="{1A7494A7-8691-3A9F-9A8D-205709D4C612}"/>
          </ac:spMkLst>
        </pc:spChg>
        <pc:spChg chg="mod">
          <ac:chgData name="MUHAMMAD IRFAN NABYL BIN MOHAMAD YAAKUB" userId="5f5f9c1a-70e9-4026-b845-667d53078a67" providerId="ADAL" clId="{FB0A4625-5635-42D2-81C4-3227F1CAD932}" dt="2025-10-28T01:02:24.835" v="10588" actId="9"/>
          <ac:spMkLst>
            <pc:docMk/>
            <pc:sldMk cId="1330201706" sldId="408"/>
            <ac:spMk id="111" creationId="{A295C5FC-D7BB-9E63-D839-DF93828E8241}"/>
          </ac:spMkLst>
        </pc:spChg>
        <pc:picChg chg="add del mod">
          <ac:chgData name="MUHAMMAD IRFAN NABYL BIN MOHAMAD YAAKUB" userId="5f5f9c1a-70e9-4026-b845-667d53078a67" providerId="ADAL" clId="{FB0A4625-5635-42D2-81C4-3227F1CAD932}" dt="2025-10-27T17:55:46.233" v="7244" actId="478"/>
          <ac:picMkLst>
            <pc:docMk/>
            <pc:sldMk cId="1330201706" sldId="408"/>
            <ac:picMk id="3" creationId="{DF19B935-F1B2-8ACD-F787-F1185DBF808A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7:58:12.811" v="7395" actId="14100"/>
          <ac:picMkLst>
            <pc:docMk/>
            <pc:sldMk cId="1330201706" sldId="408"/>
            <ac:picMk id="7" creationId="{714C7667-0F6F-B1EB-6F54-06C2D8D5C8F7}"/>
          </ac:picMkLst>
        </pc:picChg>
      </pc:sldChg>
      <pc:sldChg chg="modSp mod">
        <pc:chgData name="MUHAMMAD IRFAN NABYL BIN MOHAMAD YAAKUB" userId="5f5f9c1a-70e9-4026-b845-667d53078a67" providerId="ADAL" clId="{FB0A4625-5635-42D2-81C4-3227F1CAD932}" dt="2025-10-28T09:28:39.630" v="11782" actId="313"/>
        <pc:sldMkLst>
          <pc:docMk/>
          <pc:sldMk cId="1614323497" sldId="408"/>
        </pc:sldMkLst>
        <pc:spChg chg="mod">
          <ac:chgData name="MUHAMMAD IRFAN NABYL BIN MOHAMAD YAAKUB" userId="5f5f9c1a-70e9-4026-b845-667d53078a67" providerId="ADAL" clId="{FB0A4625-5635-42D2-81C4-3227F1CAD932}" dt="2025-10-28T09:28:39.630" v="11782" actId="313"/>
          <ac:spMkLst>
            <pc:docMk/>
            <pc:sldMk cId="1614323497" sldId="408"/>
            <ac:spMk id="110" creationId="{1A7494A7-8691-3A9F-9A8D-205709D4C612}"/>
          </ac:spMkLst>
        </pc:spChg>
      </pc:sldChg>
      <pc:sldChg chg="modSp add del mod modTransition">
        <pc:chgData name="MUHAMMAD IRFAN NABYL BIN MOHAMAD YAAKUB" userId="5f5f9c1a-70e9-4026-b845-667d53078a67" providerId="ADAL" clId="{FB0A4625-5635-42D2-81C4-3227F1CAD932}" dt="2025-10-27T17:53:09.883" v="7160" actId="47"/>
        <pc:sldMkLst>
          <pc:docMk/>
          <pc:sldMk cId="2530142581" sldId="409"/>
        </pc:sldMkLst>
        <pc:spChg chg="mod">
          <ac:chgData name="MUHAMMAD IRFAN NABYL BIN MOHAMAD YAAKUB" userId="5f5f9c1a-70e9-4026-b845-667d53078a67" providerId="ADAL" clId="{FB0A4625-5635-42D2-81C4-3227F1CAD932}" dt="2025-10-27T17:19:56.983" v="5484"/>
          <ac:spMkLst>
            <pc:docMk/>
            <pc:sldMk cId="2530142581" sldId="409"/>
            <ac:spMk id="110" creationId="{6A0137E3-35C1-32CF-AA8A-0B7FFFFE0422}"/>
          </ac:spMkLst>
        </pc:spChg>
        <pc:spChg chg="mod">
          <ac:chgData name="MUHAMMAD IRFAN NABYL BIN MOHAMAD YAAKUB" userId="5f5f9c1a-70e9-4026-b845-667d53078a67" providerId="ADAL" clId="{FB0A4625-5635-42D2-81C4-3227F1CAD932}" dt="2025-10-27T17:48:30.445" v="7091" actId="313"/>
          <ac:spMkLst>
            <pc:docMk/>
            <pc:sldMk cId="2530142581" sldId="409"/>
            <ac:spMk id="111" creationId="{3EAC3D25-B73A-D901-3E9A-B54938B18AFA}"/>
          </ac:spMkLst>
        </pc:spChg>
      </pc:sldChg>
      <pc:sldChg chg="modSp add del mod modTransition">
        <pc:chgData name="MUHAMMAD IRFAN NABYL BIN MOHAMAD YAAKUB" userId="5f5f9c1a-70e9-4026-b845-667d53078a67" providerId="ADAL" clId="{FB0A4625-5635-42D2-81C4-3227F1CAD932}" dt="2025-10-27T17:23:20.948" v="5555" actId="47"/>
        <pc:sldMkLst>
          <pc:docMk/>
          <pc:sldMk cId="2365170579" sldId="410"/>
        </pc:sldMkLst>
        <pc:spChg chg="mod">
          <ac:chgData name="MUHAMMAD IRFAN NABYL BIN MOHAMAD YAAKUB" userId="5f5f9c1a-70e9-4026-b845-667d53078a67" providerId="ADAL" clId="{FB0A4625-5635-42D2-81C4-3227F1CAD932}" dt="2025-10-27T17:20:24.992" v="5491"/>
          <ac:spMkLst>
            <pc:docMk/>
            <pc:sldMk cId="2365170579" sldId="410"/>
            <ac:spMk id="110" creationId="{813BE601-4BEE-C582-D237-40224A7B044E}"/>
          </ac:spMkLst>
        </pc:spChg>
        <pc:spChg chg="mod">
          <ac:chgData name="MUHAMMAD IRFAN NABYL BIN MOHAMAD YAAKUB" userId="5f5f9c1a-70e9-4026-b845-667d53078a67" providerId="ADAL" clId="{FB0A4625-5635-42D2-81C4-3227F1CAD932}" dt="2025-10-27T17:22:00.480" v="5522"/>
          <ac:spMkLst>
            <pc:docMk/>
            <pc:sldMk cId="2365170579" sldId="410"/>
            <ac:spMk id="111" creationId="{B23DAA7C-9E05-5401-831E-E5F1EFE65535}"/>
          </ac:spMkLst>
        </pc:spChg>
      </pc:sldChg>
      <pc:sldChg chg="addSp delSp modSp add mod modTransition">
        <pc:chgData name="MUHAMMAD IRFAN NABYL BIN MOHAMAD YAAKUB" userId="5f5f9c1a-70e9-4026-b845-667d53078a67" providerId="ADAL" clId="{FB0A4625-5635-42D2-81C4-3227F1CAD932}" dt="2025-10-28T09:28:40.824" v="11786" actId="313"/>
        <pc:sldMkLst>
          <pc:docMk/>
          <pc:sldMk cId="1807127752" sldId="411"/>
        </pc:sldMkLst>
        <pc:spChg chg="mod">
          <ac:chgData name="MUHAMMAD IRFAN NABYL BIN MOHAMAD YAAKUB" userId="5f5f9c1a-70e9-4026-b845-667d53078a67" providerId="ADAL" clId="{FB0A4625-5635-42D2-81C4-3227F1CAD932}" dt="2025-10-28T09:28:40.824" v="11786" actId="313"/>
          <ac:spMkLst>
            <pc:docMk/>
            <pc:sldMk cId="1807127752" sldId="411"/>
            <ac:spMk id="110" creationId="{94BD0C44-FE11-8F63-74A4-BCA10D7D1836}"/>
          </ac:spMkLst>
        </pc:spChg>
        <pc:spChg chg="mod">
          <ac:chgData name="MUHAMMAD IRFAN NABYL BIN MOHAMAD YAAKUB" userId="5f5f9c1a-70e9-4026-b845-667d53078a67" providerId="ADAL" clId="{FB0A4625-5635-42D2-81C4-3227F1CAD932}" dt="2025-10-27T18:25:09.006" v="9147" actId="20577"/>
          <ac:spMkLst>
            <pc:docMk/>
            <pc:sldMk cId="1807127752" sldId="411"/>
            <ac:spMk id="111" creationId="{17BFCCA0-66F7-A821-F7E1-F42C68CCD72C}"/>
          </ac:spMkLst>
        </pc:spChg>
        <pc:picChg chg="add del">
          <ac:chgData name="MUHAMMAD IRFAN NABYL BIN MOHAMAD YAAKUB" userId="5f5f9c1a-70e9-4026-b845-667d53078a67" providerId="ADAL" clId="{FB0A4625-5635-42D2-81C4-3227F1CAD932}" dt="2025-10-27T18:25:18.196" v="9149" actId="22"/>
          <ac:picMkLst>
            <pc:docMk/>
            <pc:sldMk cId="1807127752" sldId="411"/>
            <ac:picMk id="3" creationId="{92C92D3C-A297-EC38-46B8-65161E4EB0F7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8:25:28.167" v="9151" actId="14826"/>
          <ac:picMkLst>
            <pc:docMk/>
            <pc:sldMk cId="1807127752" sldId="411"/>
            <ac:picMk id="6" creationId="{2F6D3CA7-D373-100D-6DE1-3986CB102C10}"/>
          </ac:picMkLst>
        </pc:picChg>
      </pc:sldChg>
      <pc:sldChg chg="modSp add mod modTransition modShow">
        <pc:chgData name="MUHAMMAD IRFAN NABYL BIN MOHAMAD YAAKUB" userId="5f5f9c1a-70e9-4026-b845-667d53078a67" providerId="ADAL" clId="{FB0A4625-5635-42D2-81C4-3227F1CAD932}" dt="2025-10-28T09:12:29.610" v="11748" actId="12"/>
        <pc:sldMkLst>
          <pc:docMk/>
          <pc:sldMk cId="2120640508" sldId="412"/>
        </pc:sldMkLst>
        <pc:spChg chg="mod">
          <ac:chgData name="MUHAMMAD IRFAN NABYL BIN MOHAMAD YAAKUB" userId="5f5f9c1a-70e9-4026-b845-667d53078a67" providerId="ADAL" clId="{FB0A4625-5635-42D2-81C4-3227F1CAD932}" dt="2025-10-27T17:20:31.896" v="5494"/>
          <ac:spMkLst>
            <pc:docMk/>
            <pc:sldMk cId="2120640508" sldId="412"/>
            <ac:spMk id="110" creationId="{6CF76AC4-A8D6-93D6-3547-B62C71D7C228}"/>
          </ac:spMkLst>
        </pc:spChg>
        <pc:spChg chg="mod">
          <ac:chgData name="MUHAMMAD IRFAN NABYL BIN MOHAMAD YAAKUB" userId="5f5f9c1a-70e9-4026-b845-667d53078a67" providerId="ADAL" clId="{FB0A4625-5635-42D2-81C4-3227F1CAD932}" dt="2025-10-28T09:12:29.610" v="11748" actId="12"/>
          <ac:spMkLst>
            <pc:docMk/>
            <pc:sldMk cId="2120640508" sldId="412"/>
            <ac:spMk id="111" creationId="{B30E6DB6-B1E7-7F51-8881-F83DA04DA413}"/>
          </ac:spMkLst>
        </pc:spChg>
      </pc:sldChg>
      <pc:sldChg chg="modSp add del modTransition">
        <pc:chgData name="MUHAMMAD IRFAN NABYL BIN MOHAMAD YAAKUB" userId="5f5f9c1a-70e9-4026-b845-667d53078a67" providerId="ADAL" clId="{FB0A4625-5635-42D2-81C4-3227F1CAD932}" dt="2025-10-27T17:23:24.263" v="5556" actId="47"/>
        <pc:sldMkLst>
          <pc:docMk/>
          <pc:sldMk cId="777139131" sldId="413"/>
        </pc:sldMkLst>
        <pc:spChg chg="mod">
          <ac:chgData name="MUHAMMAD IRFAN NABYL BIN MOHAMAD YAAKUB" userId="5f5f9c1a-70e9-4026-b845-667d53078a67" providerId="ADAL" clId="{FB0A4625-5635-42D2-81C4-3227F1CAD932}" dt="2025-10-27T17:22:04.614" v="5525"/>
          <ac:spMkLst>
            <pc:docMk/>
            <pc:sldMk cId="777139131" sldId="413"/>
            <ac:spMk id="111" creationId="{CD3A7ECB-E615-D8DC-EFBE-E1B9D5CD028A}"/>
          </ac:spMkLst>
        </pc:spChg>
      </pc:sldChg>
      <pc:sldChg chg="modSp add mod modTransition modShow">
        <pc:chgData name="MUHAMMAD IRFAN NABYL BIN MOHAMAD YAAKUB" userId="5f5f9c1a-70e9-4026-b845-667d53078a67" providerId="ADAL" clId="{FB0A4625-5635-42D2-81C4-3227F1CAD932}" dt="2025-10-27T18:41:38.805" v="9513" actId="729"/>
        <pc:sldMkLst>
          <pc:docMk/>
          <pc:sldMk cId="28372179" sldId="414"/>
        </pc:sldMkLst>
        <pc:spChg chg="mod">
          <ac:chgData name="MUHAMMAD IRFAN NABYL BIN MOHAMAD YAAKUB" userId="5f5f9c1a-70e9-4026-b845-667d53078a67" providerId="ADAL" clId="{FB0A4625-5635-42D2-81C4-3227F1CAD932}" dt="2025-10-27T17:20:40.919" v="5497"/>
          <ac:spMkLst>
            <pc:docMk/>
            <pc:sldMk cId="28372179" sldId="414"/>
            <ac:spMk id="110" creationId="{CAB6C9CC-037D-AA00-6B96-218590EA8F73}"/>
          </ac:spMkLst>
        </pc:spChg>
        <pc:spChg chg="mod">
          <ac:chgData name="MUHAMMAD IRFAN NABYL BIN MOHAMAD YAAKUB" userId="5f5f9c1a-70e9-4026-b845-667d53078a67" providerId="ADAL" clId="{FB0A4625-5635-42D2-81C4-3227F1CAD932}" dt="2025-10-27T17:22:05.840" v="5526"/>
          <ac:spMkLst>
            <pc:docMk/>
            <pc:sldMk cId="28372179" sldId="414"/>
            <ac:spMk id="111" creationId="{86B05E13-BCA1-C213-479A-9DEA40EF0CA8}"/>
          </ac:spMkLst>
        </pc:spChg>
      </pc:sldChg>
      <pc:sldChg chg="addSp delSp modSp add del mod modTransition">
        <pc:chgData name="MUHAMMAD IRFAN NABYL BIN MOHAMAD YAAKUB" userId="5f5f9c1a-70e9-4026-b845-667d53078a67" providerId="ADAL" clId="{FB0A4625-5635-42D2-81C4-3227F1CAD932}" dt="2025-10-27T17:22:50.738" v="5542" actId="47"/>
        <pc:sldMkLst>
          <pc:docMk/>
          <pc:sldMk cId="1911674651" sldId="415"/>
        </pc:sldMkLst>
        <pc:spChg chg="add del">
          <ac:chgData name="MUHAMMAD IRFAN NABYL BIN MOHAMAD YAAKUB" userId="5f5f9c1a-70e9-4026-b845-667d53078a67" providerId="ADAL" clId="{FB0A4625-5635-42D2-81C4-3227F1CAD932}" dt="2025-10-27T17:22:07.929" v="5528" actId="22"/>
          <ac:spMkLst>
            <pc:docMk/>
            <pc:sldMk cId="1911674651" sldId="415"/>
            <ac:spMk id="3" creationId="{86603AF2-E130-DEE0-6207-134E9A9FF3EF}"/>
          </ac:spMkLst>
        </pc:spChg>
        <pc:spChg chg="mod">
          <ac:chgData name="MUHAMMAD IRFAN NABYL BIN MOHAMAD YAAKUB" userId="5f5f9c1a-70e9-4026-b845-667d53078a67" providerId="ADAL" clId="{FB0A4625-5635-42D2-81C4-3227F1CAD932}" dt="2025-10-27T17:22:08.435" v="5529"/>
          <ac:spMkLst>
            <pc:docMk/>
            <pc:sldMk cId="1911674651" sldId="415"/>
            <ac:spMk id="111" creationId="{32CF7ED4-393A-A0DB-910F-CEB3568EB946}"/>
          </ac:spMkLst>
        </pc:spChg>
      </pc:sldChg>
      <pc:sldChg chg="addSp modSp add mod modTransition modShow">
        <pc:chgData name="MUHAMMAD IRFAN NABYL BIN MOHAMAD YAAKUB" userId="5f5f9c1a-70e9-4026-b845-667d53078a67" providerId="ADAL" clId="{FB0A4625-5635-42D2-81C4-3227F1CAD932}" dt="2025-10-28T09:28:41.824" v="11788" actId="313"/>
        <pc:sldMkLst>
          <pc:docMk/>
          <pc:sldMk cId="2907677605" sldId="416"/>
        </pc:sldMkLst>
        <pc:spChg chg="mod">
          <ac:chgData name="MUHAMMAD IRFAN NABYL BIN MOHAMAD YAAKUB" userId="5f5f9c1a-70e9-4026-b845-667d53078a67" providerId="ADAL" clId="{FB0A4625-5635-42D2-81C4-3227F1CAD932}" dt="2025-10-28T09:28:41.824" v="11788" actId="313"/>
          <ac:spMkLst>
            <pc:docMk/>
            <pc:sldMk cId="2907677605" sldId="416"/>
            <ac:spMk id="110" creationId="{F338ABDF-05CC-E5B1-0111-BA6DC60C0E7B}"/>
          </ac:spMkLst>
        </pc:spChg>
        <pc:spChg chg="mod">
          <ac:chgData name="MUHAMMAD IRFAN NABYL BIN MOHAMAD YAAKUB" userId="5f5f9c1a-70e9-4026-b845-667d53078a67" providerId="ADAL" clId="{FB0A4625-5635-42D2-81C4-3227F1CAD932}" dt="2025-10-28T07:51:42.138" v="11465" actId="20577"/>
          <ac:spMkLst>
            <pc:docMk/>
            <pc:sldMk cId="2907677605" sldId="416"/>
            <ac:spMk id="111" creationId="{988F340D-0699-1E5B-9F96-9130FE10DE3A}"/>
          </ac:spMkLst>
        </pc:spChg>
        <pc:picChg chg="add mod">
          <ac:chgData name="MUHAMMAD IRFAN NABYL BIN MOHAMAD YAAKUB" userId="5f5f9c1a-70e9-4026-b845-667d53078a67" providerId="ADAL" clId="{FB0A4625-5635-42D2-81C4-3227F1CAD932}" dt="2025-10-28T07:51:33.538" v="11449" actId="1076"/>
          <ac:picMkLst>
            <pc:docMk/>
            <pc:sldMk cId="2907677605" sldId="416"/>
            <ac:picMk id="3" creationId="{CF1A2C66-9626-5EB6-9E15-049D4202BFC4}"/>
          </ac:picMkLst>
        </pc:picChg>
      </pc:sldChg>
      <pc:sldChg chg="modSp add del mod modTransition">
        <pc:chgData name="MUHAMMAD IRFAN NABYL BIN MOHAMAD YAAKUB" userId="5f5f9c1a-70e9-4026-b845-667d53078a67" providerId="ADAL" clId="{FB0A4625-5635-42D2-81C4-3227F1CAD932}" dt="2025-10-27T17:22:19.525" v="5533" actId="47"/>
        <pc:sldMkLst>
          <pc:docMk/>
          <pc:sldMk cId="4116826887" sldId="417"/>
        </pc:sldMkLst>
        <pc:spChg chg="mod">
          <ac:chgData name="MUHAMMAD IRFAN NABYL BIN MOHAMAD YAAKUB" userId="5f5f9c1a-70e9-4026-b845-667d53078a67" providerId="ADAL" clId="{FB0A4625-5635-42D2-81C4-3227F1CAD932}" dt="2025-10-27T17:20:57.526" v="5502"/>
          <ac:spMkLst>
            <pc:docMk/>
            <pc:sldMk cId="4116826887" sldId="417"/>
            <ac:spMk id="110" creationId="{E8F81A07-2B13-5956-49B0-15CB0ABBE551}"/>
          </ac:spMkLst>
        </pc:spChg>
        <pc:spChg chg="mod">
          <ac:chgData name="MUHAMMAD IRFAN NABYL BIN MOHAMAD YAAKUB" userId="5f5f9c1a-70e9-4026-b845-667d53078a67" providerId="ADAL" clId="{FB0A4625-5635-42D2-81C4-3227F1CAD932}" dt="2025-10-27T17:22:11.086" v="5531"/>
          <ac:spMkLst>
            <pc:docMk/>
            <pc:sldMk cId="4116826887" sldId="417"/>
            <ac:spMk id="111" creationId="{A9078E69-0661-C362-AB6C-01686ACB4653}"/>
          </ac:spMkLst>
        </pc:spChg>
      </pc:sldChg>
      <pc:sldChg chg="addSp modSp add mod modTransition">
        <pc:chgData name="MUHAMMAD IRFAN NABYL BIN MOHAMAD YAAKUB" userId="5f5f9c1a-70e9-4026-b845-667d53078a67" providerId="ADAL" clId="{FB0A4625-5635-42D2-81C4-3227F1CAD932}" dt="2025-10-28T09:28:42.666" v="11790" actId="313"/>
        <pc:sldMkLst>
          <pc:docMk/>
          <pc:sldMk cId="3432092720" sldId="418"/>
        </pc:sldMkLst>
        <pc:spChg chg="mod">
          <ac:chgData name="MUHAMMAD IRFAN NABYL BIN MOHAMAD YAAKUB" userId="5f5f9c1a-70e9-4026-b845-667d53078a67" providerId="ADAL" clId="{FB0A4625-5635-42D2-81C4-3227F1CAD932}" dt="2025-10-28T09:28:42.666" v="11790" actId="313"/>
          <ac:spMkLst>
            <pc:docMk/>
            <pc:sldMk cId="3432092720" sldId="418"/>
            <ac:spMk id="110" creationId="{9132B50A-1B73-7B10-6A37-CCDBF0583128}"/>
          </ac:spMkLst>
        </pc:spChg>
        <pc:spChg chg="mod">
          <ac:chgData name="MUHAMMAD IRFAN NABYL BIN MOHAMAD YAAKUB" userId="5f5f9c1a-70e9-4026-b845-667d53078a67" providerId="ADAL" clId="{FB0A4625-5635-42D2-81C4-3227F1CAD932}" dt="2025-10-27T19:16:44.641" v="10221" actId="20577"/>
          <ac:spMkLst>
            <pc:docMk/>
            <pc:sldMk cId="3432092720" sldId="418"/>
            <ac:spMk id="111" creationId="{F597215E-55E8-3D89-3B4F-ED5F0299966F}"/>
          </ac:spMkLst>
        </pc:spChg>
        <pc:picChg chg="add mod">
          <ac:chgData name="MUHAMMAD IRFAN NABYL BIN MOHAMAD YAAKUB" userId="5f5f9c1a-70e9-4026-b845-667d53078a67" providerId="ADAL" clId="{FB0A4625-5635-42D2-81C4-3227F1CAD932}" dt="2025-10-27T19:07:33.478" v="9964" actId="1076"/>
          <ac:picMkLst>
            <pc:docMk/>
            <pc:sldMk cId="3432092720" sldId="418"/>
            <ac:picMk id="3" creationId="{D873D89A-3413-6EF6-C222-A0457BC004FE}"/>
          </ac:picMkLst>
        </pc:picChg>
      </pc:sldChg>
      <pc:sldChg chg="addSp modSp add mod modTransition">
        <pc:chgData name="MUHAMMAD IRFAN NABYL BIN MOHAMAD YAAKUB" userId="5f5f9c1a-70e9-4026-b845-667d53078a67" providerId="ADAL" clId="{FB0A4625-5635-42D2-81C4-3227F1CAD932}" dt="2025-10-28T01:17:04.948" v="10798" actId="14100"/>
        <pc:sldMkLst>
          <pc:docMk/>
          <pc:sldMk cId="915655111" sldId="419"/>
        </pc:sldMkLst>
        <pc:spChg chg="add mod">
          <ac:chgData name="MUHAMMAD IRFAN NABYL BIN MOHAMAD YAAKUB" userId="5f5f9c1a-70e9-4026-b845-667d53078a67" providerId="ADAL" clId="{FB0A4625-5635-42D2-81C4-3227F1CAD932}" dt="2025-10-28T01:16:52.867" v="10795"/>
          <ac:spMkLst>
            <pc:docMk/>
            <pc:sldMk cId="915655111" sldId="419"/>
            <ac:spMk id="6" creationId="{F37932F7-FD78-DC28-EDB7-C309DED1CD43}"/>
          </ac:spMkLst>
        </pc:spChg>
        <pc:spChg chg="add mod">
          <ac:chgData name="MUHAMMAD IRFAN NABYL BIN MOHAMAD YAAKUB" userId="5f5f9c1a-70e9-4026-b845-667d53078a67" providerId="ADAL" clId="{FB0A4625-5635-42D2-81C4-3227F1CAD932}" dt="2025-10-28T01:17:04.948" v="10798" actId="14100"/>
          <ac:spMkLst>
            <pc:docMk/>
            <pc:sldMk cId="915655111" sldId="419"/>
            <ac:spMk id="8" creationId="{2D4E4764-AE88-F92B-BF2F-4FD9207AAD9A}"/>
          </ac:spMkLst>
        </pc:spChg>
        <pc:spChg chg="mod">
          <ac:chgData name="MUHAMMAD IRFAN NABYL BIN MOHAMAD YAAKUB" userId="5f5f9c1a-70e9-4026-b845-667d53078a67" providerId="ADAL" clId="{FB0A4625-5635-42D2-81C4-3227F1CAD932}" dt="2025-10-27T17:21:03.261" v="5505"/>
          <ac:spMkLst>
            <pc:docMk/>
            <pc:sldMk cId="915655111" sldId="419"/>
            <ac:spMk id="110" creationId="{ED95C3FD-2D35-2B3B-8382-BDDB72A405AA}"/>
          </ac:spMkLst>
        </pc:spChg>
        <pc:spChg chg="mod">
          <ac:chgData name="MUHAMMAD IRFAN NABYL BIN MOHAMAD YAAKUB" userId="5f5f9c1a-70e9-4026-b845-667d53078a67" providerId="ADAL" clId="{FB0A4625-5635-42D2-81C4-3227F1CAD932}" dt="2025-10-27T19:33:42.705" v="10401" actId="20577"/>
          <ac:spMkLst>
            <pc:docMk/>
            <pc:sldMk cId="915655111" sldId="419"/>
            <ac:spMk id="111" creationId="{B5006CD6-0765-2177-4473-70112AD32B93}"/>
          </ac:spMkLst>
        </pc:spChg>
        <pc:picChg chg="add mod">
          <ac:chgData name="MUHAMMAD IRFAN NABYL BIN MOHAMAD YAAKUB" userId="5f5f9c1a-70e9-4026-b845-667d53078a67" providerId="ADAL" clId="{FB0A4625-5635-42D2-81C4-3227F1CAD932}" dt="2025-10-28T01:16:52.867" v="10795"/>
          <ac:picMkLst>
            <pc:docMk/>
            <pc:sldMk cId="915655111" sldId="419"/>
            <ac:picMk id="2" creationId="{AA247801-C456-4B7E-1127-DC0D743249B5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9:19:11.797" v="10247" actId="1076"/>
          <ac:picMkLst>
            <pc:docMk/>
            <pc:sldMk cId="915655111" sldId="419"/>
            <ac:picMk id="3" creationId="{7F6B6750-6F2D-ECAC-3852-9043C22907BC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9:33:13.152" v="10375" actId="1076"/>
          <ac:picMkLst>
            <pc:docMk/>
            <pc:sldMk cId="915655111" sldId="419"/>
            <ac:picMk id="7" creationId="{3936D0CE-C3D2-100B-6B21-3CE851516206}"/>
          </ac:picMkLst>
        </pc:picChg>
      </pc:sldChg>
      <pc:sldChg chg="modSp add del modTransition">
        <pc:chgData name="MUHAMMAD IRFAN NABYL BIN MOHAMAD YAAKUB" userId="5f5f9c1a-70e9-4026-b845-667d53078a67" providerId="ADAL" clId="{FB0A4625-5635-42D2-81C4-3227F1CAD932}" dt="2025-10-27T17:22:28.529" v="5536" actId="47"/>
        <pc:sldMkLst>
          <pc:docMk/>
          <pc:sldMk cId="374756532" sldId="420"/>
        </pc:sldMkLst>
        <pc:spChg chg="mod">
          <ac:chgData name="MUHAMMAD IRFAN NABYL BIN MOHAMAD YAAKUB" userId="5f5f9c1a-70e9-4026-b845-667d53078a67" providerId="ADAL" clId="{FB0A4625-5635-42D2-81C4-3227F1CAD932}" dt="2025-10-27T17:22:23.761" v="5535"/>
          <ac:spMkLst>
            <pc:docMk/>
            <pc:sldMk cId="374756532" sldId="420"/>
            <ac:spMk id="111" creationId="{4ED35E8E-0772-7EEB-B7D8-9FB082C35561}"/>
          </ac:spMkLst>
        </pc:spChg>
      </pc:sldChg>
      <pc:sldChg chg="addSp modSp add mod modTransition">
        <pc:chgData name="MUHAMMAD IRFAN NABYL BIN MOHAMAD YAAKUB" userId="5f5f9c1a-70e9-4026-b845-667d53078a67" providerId="ADAL" clId="{FB0A4625-5635-42D2-81C4-3227F1CAD932}" dt="2025-10-28T09:28:45.443" v="11797" actId="313"/>
        <pc:sldMkLst>
          <pc:docMk/>
          <pc:sldMk cId="3571219454" sldId="421"/>
        </pc:sldMkLst>
        <pc:spChg chg="mod">
          <ac:chgData name="MUHAMMAD IRFAN NABYL BIN MOHAMAD YAAKUB" userId="5f5f9c1a-70e9-4026-b845-667d53078a67" providerId="ADAL" clId="{FB0A4625-5635-42D2-81C4-3227F1CAD932}" dt="2025-10-28T09:28:45.443" v="11797" actId="313"/>
          <ac:spMkLst>
            <pc:docMk/>
            <pc:sldMk cId="3571219454" sldId="421"/>
            <ac:spMk id="110" creationId="{E541B84C-85D9-E0BF-DC67-91030323197A}"/>
          </ac:spMkLst>
        </pc:spChg>
        <pc:spChg chg="mod">
          <ac:chgData name="MUHAMMAD IRFAN NABYL BIN MOHAMAD YAAKUB" userId="5f5f9c1a-70e9-4026-b845-667d53078a67" providerId="ADAL" clId="{FB0A4625-5635-42D2-81C4-3227F1CAD932}" dt="2025-10-28T03:52:44.957" v="10890" actId="20577"/>
          <ac:spMkLst>
            <pc:docMk/>
            <pc:sldMk cId="3571219454" sldId="421"/>
            <ac:spMk id="111" creationId="{CDCC0696-A0DA-9DD4-55A3-5E31D4CB6D65}"/>
          </ac:spMkLst>
        </pc:spChg>
        <pc:picChg chg="add mod">
          <ac:chgData name="MUHAMMAD IRFAN NABYL BIN MOHAMAD YAAKUB" userId="5f5f9c1a-70e9-4026-b845-667d53078a67" providerId="ADAL" clId="{FB0A4625-5635-42D2-81C4-3227F1CAD932}" dt="2025-10-28T03:44:32.653" v="10839" actId="1076"/>
          <ac:picMkLst>
            <pc:docMk/>
            <pc:sldMk cId="3571219454" sldId="421"/>
            <ac:picMk id="1026" creationId="{0E8C2D02-E993-D4C3-91B9-EF4974625CF6}"/>
          </ac:picMkLst>
        </pc:picChg>
      </pc:sldChg>
      <pc:sldChg chg="add del modTransition">
        <pc:chgData name="MUHAMMAD IRFAN NABYL BIN MOHAMAD YAAKUB" userId="5f5f9c1a-70e9-4026-b845-667d53078a67" providerId="ADAL" clId="{FB0A4625-5635-42D2-81C4-3227F1CAD932}" dt="2025-10-27T17:22:35.162" v="5538" actId="47"/>
        <pc:sldMkLst>
          <pc:docMk/>
          <pc:sldMk cId="3741451554" sldId="422"/>
        </pc:sldMkLst>
      </pc:sldChg>
      <pc:sldChg chg="addSp modSp add mod modTransition">
        <pc:chgData name="MUHAMMAD IRFAN NABYL BIN MOHAMAD YAAKUB" userId="5f5f9c1a-70e9-4026-b845-667d53078a67" providerId="ADAL" clId="{FB0A4625-5635-42D2-81C4-3227F1CAD932}" dt="2025-10-28T09:28:46.382" v="11799" actId="313"/>
        <pc:sldMkLst>
          <pc:docMk/>
          <pc:sldMk cId="1546997814" sldId="423"/>
        </pc:sldMkLst>
        <pc:spChg chg="mod">
          <ac:chgData name="MUHAMMAD IRFAN NABYL BIN MOHAMAD YAAKUB" userId="5f5f9c1a-70e9-4026-b845-667d53078a67" providerId="ADAL" clId="{FB0A4625-5635-42D2-81C4-3227F1CAD932}" dt="2025-10-28T09:28:46.382" v="11799" actId="313"/>
          <ac:spMkLst>
            <pc:docMk/>
            <pc:sldMk cId="1546997814" sldId="423"/>
            <ac:spMk id="110" creationId="{125FA642-78A4-9FC8-1C02-104A84F883BA}"/>
          </ac:spMkLst>
        </pc:spChg>
        <pc:spChg chg="mod">
          <ac:chgData name="MUHAMMAD IRFAN NABYL BIN MOHAMAD YAAKUB" userId="5f5f9c1a-70e9-4026-b845-667d53078a67" providerId="ADAL" clId="{FB0A4625-5635-42D2-81C4-3227F1CAD932}" dt="2025-10-28T04:02:21.797" v="11175" actId="14"/>
          <ac:spMkLst>
            <pc:docMk/>
            <pc:sldMk cId="1546997814" sldId="423"/>
            <ac:spMk id="111" creationId="{C606A8E6-298C-138E-0465-F3214CF61F8B}"/>
          </ac:spMkLst>
        </pc:spChg>
        <pc:picChg chg="add mod">
          <ac:chgData name="MUHAMMAD IRFAN NABYL BIN MOHAMAD YAAKUB" userId="5f5f9c1a-70e9-4026-b845-667d53078a67" providerId="ADAL" clId="{FB0A4625-5635-42D2-81C4-3227F1CAD932}" dt="2025-10-28T04:01:12.249" v="11169" actId="14826"/>
          <ac:picMkLst>
            <pc:docMk/>
            <pc:sldMk cId="1546997814" sldId="423"/>
            <ac:picMk id="3" creationId="{DB910ACD-750B-79AC-3588-77AAE225F52A}"/>
          </ac:picMkLst>
        </pc:picChg>
      </pc:sldChg>
      <pc:sldChg chg="addSp modSp add mod modTransition">
        <pc:chgData name="MUHAMMAD IRFAN NABYL BIN MOHAMAD YAAKUB" userId="5f5f9c1a-70e9-4026-b845-667d53078a67" providerId="ADAL" clId="{FB0A4625-5635-42D2-81C4-3227F1CAD932}" dt="2025-10-28T09:28:48.267" v="11804" actId="313"/>
        <pc:sldMkLst>
          <pc:docMk/>
          <pc:sldMk cId="2065109290" sldId="424"/>
        </pc:sldMkLst>
        <pc:spChg chg="mod">
          <ac:chgData name="MUHAMMAD IRFAN NABYL BIN MOHAMAD YAAKUB" userId="5f5f9c1a-70e9-4026-b845-667d53078a67" providerId="ADAL" clId="{FB0A4625-5635-42D2-81C4-3227F1CAD932}" dt="2025-10-28T09:28:48.267" v="11804" actId="313"/>
          <ac:spMkLst>
            <pc:docMk/>
            <pc:sldMk cId="2065109290" sldId="424"/>
            <ac:spMk id="110" creationId="{9225164E-DE3F-1FD2-37D4-83E5AB55A7F3}"/>
          </ac:spMkLst>
        </pc:spChg>
        <pc:spChg chg="mod">
          <ac:chgData name="MUHAMMAD IRFAN NABYL BIN MOHAMAD YAAKUB" userId="5f5f9c1a-70e9-4026-b845-667d53078a67" providerId="ADAL" clId="{FB0A4625-5635-42D2-81C4-3227F1CAD932}" dt="2025-10-28T08:16:32.175" v="11675" actId="20577"/>
          <ac:spMkLst>
            <pc:docMk/>
            <pc:sldMk cId="2065109290" sldId="424"/>
            <ac:spMk id="111" creationId="{4ACA34E3-1C2F-4C51-DF3B-97A713C6F5EB}"/>
          </ac:spMkLst>
        </pc:spChg>
        <pc:picChg chg="add mod">
          <ac:chgData name="MUHAMMAD IRFAN NABYL BIN MOHAMAD YAAKUB" userId="5f5f9c1a-70e9-4026-b845-667d53078a67" providerId="ADAL" clId="{FB0A4625-5635-42D2-81C4-3227F1CAD932}" dt="2025-10-28T08:17:28.517" v="11680" actId="14100"/>
          <ac:picMkLst>
            <pc:docMk/>
            <pc:sldMk cId="2065109290" sldId="424"/>
            <ac:picMk id="3" creationId="{F8E2EDF1-577A-F5E5-F829-A3176AE2B906}"/>
          </ac:picMkLst>
        </pc:picChg>
      </pc:sldChg>
      <pc:sldChg chg="modSp add del mod modTransition">
        <pc:chgData name="MUHAMMAD IRFAN NABYL BIN MOHAMAD YAAKUB" userId="5f5f9c1a-70e9-4026-b845-667d53078a67" providerId="ADAL" clId="{FB0A4625-5635-42D2-81C4-3227F1CAD932}" dt="2025-10-28T03:39:46.235" v="10799" actId="47"/>
        <pc:sldMkLst>
          <pc:docMk/>
          <pc:sldMk cId="658161173" sldId="425"/>
        </pc:sldMkLst>
        <pc:spChg chg="mod">
          <ac:chgData name="MUHAMMAD IRFAN NABYL BIN MOHAMAD YAAKUB" userId="5f5f9c1a-70e9-4026-b845-667d53078a67" providerId="ADAL" clId="{FB0A4625-5635-42D2-81C4-3227F1CAD932}" dt="2025-10-27T17:21:31.905" v="5515"/>
          <ac:spMkLst>
            <pc:docMk/>
            <pc:sldMk cId="658161173" sldId="425"/>
            <ac:spMk id="110" creationId="{EF2A1121-4F2D-9BEE-20F4-0A222689CD4A}"/>
          </ac:spMkLst>
        </pc:spChg>
        <pc:spChg chg="mod">
          <ac:chgData name="MUHAMMAD IRFAN NABYL BIN MOHAMAD YAAKUB" userId="5f5f9c1a-70e9-4026-b845-667d53078a67" providerId="ADAL" clId="{FB0A4625-5635-42D2-81C4-3227F1CAD932}" dt="2025-10-27T19:36:00.797" v="10471" actId="9"/>
          <ac:spMkLst>
            <pc:docMk/>
            <pc:sldMk cId="658161173" sldId="425"/>
            <ac:spMk id="111" creationId="{85338CA8-EE57-EDB4-C9AF-9CEB71ED8AF5}"/>
          </ac:spMkLst>
        </pc:spChg>
      </pc:sldChg>
      <pc:sldChg chg="add mod modShow">
        <pc:chgData name="MUHAMMAD IRFAN NABYL BIN MOHAMAD YAAKUB" userId="5f5f9c1a-70e9-4026-b845-667d53078a67" providerId="ADAL" clId="{FB0A4625-5635-42D2-81C4-3227F1CAD932}" dt="2025-10-27T17:24:00.785" v="5558" actId="729"/>
        <pc:sldMkLst>
          <pc:docMk/>
          <pc:sldMk cId="2597506942" sldId="426"/>
        </pc:sldMkLst>
      </pc:sldChg>
      <pc:sldChg chg="addSp modSp add mod">
        <pc:chgData name="MUHAMMAD IRFAN NABYL BIN MOHAMAD YAAKUB" userId="5f5f9c1a-70e9-4026-b845-667d53078a67" providerId="ADAL" clId="{FB0A4625-5635-42D2-81C4-3227F1CAD932}" dt="2025-10-28T09:28:37.563" v="11771" actId="313"/>
        <pc:sldMkLst>
          <pc:docMk/>
          <pc:sldMk cId="121892405" sldId="427"/>
        </pc:sldMkLst>
        <pc:spChg chg="add mod">
          <ac:chgData name="MUHAMMAD IRFAN NABYL BIN MOHAMAD YAAKUB" userId="5f5f9c1a-70e9-4026-b845-667d53078a67" providerId="ADAL" clId="{FB0A4625-5635-42D2-81C4-3227F1CAD932}" dt="2025-10-28T01:10:33.489" v="10779" actId="14100"/>
          <ac:spMkLst>
            <pc:docMk/>
            <pc:sldMk cId="121892405" sldId="427"/>
            <ac:spMk id="2" creationId="{CDDD8435-CDA8-BF78-7878-C61F06C08C85}"/>
          </ac:spMkLst>
        </pc:spChg>
        <pc:spChg chg="mod">
          <ac:chgData name="MUHAMMAD IRFAN NABYL BIN MOHAMAD YAAKUB" userId="5f5f9c1a-70e9-4026-b845-667d53078a67" providerId="ADAL" clId="{FB0A4625-5635-42D2-81C4-3227F1CAD932}" dt="2025-10-28T09:28:37.563" v="11771" actId="313"/>
          <ac:spMkLst>
            <pc:docMk/>
            <pc:sldMk cId="121892405" sldId="427"/>
            <ac:spMk id="110" creationId="{6F0B56F0-1F42-1688-79C1-F796F7CCD23C}"/>
          </ac:spMkLst>
        </pc:spChg>
        <pc:spChg chg="mod">
          <ac:chgData name="MUHAMMAD IRFAN NABYL BIN MOHAMAD YAAKUB" userId="5f5f9c1a-70e9-4026-b845-667d53078a67" providerId="ADAL" clId="{FB0A4625-5635-42D2-81C4-3227F1CAD932}" dt="2025-10-28T01:05:28.988" v="10618" actId="9"/>
          <ac:spMkLst>
            <pc:docMk/>
            <pc:sldMk cId="121892405" sldId="427"/>
            <ac:spMk id="111" creationId="{258FBA90-0B9A-4ED5-5A25-BE9EFBD39117}"/>
          </ac:spMkLst>
        </pc:spChg>
        <pc:picChg chg="mod">
          <ac:chgData name="MUHAMMAD IRFAN NABYL BIN MOHAMAD YAAKUB" userId="5f5f9c1a-70e9-4026-b845-667d53078a67" providerId="ADAL" clId="{FB0A4625-5635-42D2-81C4-3227F1CAD932}" dt="2025-10-27T17:31:06.866" v="6146" actId="14100"/>
          <ac:picMkLst>
            <pc:docMk/>
            <pc:sldMk cId="121892405" sldId="427"/>
            <ac:picMk id="3" creationId="{A47B41B9-F75B-AB90-C540-497DFB7E4028}"/>
          </ac:picMkLst>
        </pc:picChg>
      </pc:sldChg>
      <pc:sldChg chg="addSp delSp modSp add mod">
        <pc:chgData name="MUHAMMAD IRFAN NABYL BIN MOHAMAD YAAKUB" userId="5f5f9c1a-70e9-4026-b845-667d53078a67" providerId="ADAL" clId="{FB0A4625-5635-42D2-81C4-3227F1CAD932}" dt="2025-10-28T09:28:37.816" v="11772" actId="313"/>
        <pc:sldMkLst>
          <pc:docMk/>
          <pc:sldMk cId="3645112278" sldId="428"/>
        </pc:sldMkLst>
        <pc:spChg chg="mod">
          <ac:chgData name="MUHAMMAD IRFAN NABYL BIN MOHAMAD YAAKUB" userId="5f5f9c1a-70e9-4026-b845-667d53078a67" providerId="ADAL" clId="{FB0A4625-5635-42D2-81C4-3227F1CAD932}" dt="2025-10-28T09:28:37.816" v="11772" actId="313"/>
          <ac:spMkLst>
            <pc:docMk/>
            <pc:sldMk cId="3645112278" sldId="428"/>
            <ac:spMk id="110" creationId="{34ABE33A-E629-D168-9740-E35247F518D7}"/>
          </ac:spMkLst>
        </pc:spChg>
        <pc:spChg chg="mod">
          <ac:chgData name="MUHAMMAD IRFAN NABYL BIN MOHAMAD YAAKUB" userId="5f5f9c1a-70e9-4026-b845-667d53078a67" providerId="ADAL" clId="{FB0A4625-5635-42D2-81C4-3227F1CAD932}" dt="2025-10-28T01:10:40.293" v="10781" actId="20577"/>
          <ac:spMkLst>
            <pc:docMk/>
            <pc:sldMk cId="3645112278" sldId="428"/>
            <ac:spMk id="111" creationId="{E7AC0B22-CE83-D9F8-7FF5-7D8B4A0E3F1D}"/>
          </ac:spMkLst>
        </pc:spChg>
        <pc:picChg chg="mod">
          <ac:chgData name="MUHAMMAD IRFAN NABYL BIN MOHAMAD YAAKUB" userId="5f5f9c1a-70e9-4026-b845-667d53078a67" providerId="ADAL" clId="{FB0A4625-5635-42D2-81C4-3227F1CAD932}" dt="2025-10-27T18:45:09.101" v="9515" actId="14826"/>
          <ac:picMkLst>
            <pc:docMk/>
            <pc:sldMk cId="3645112278" sldId="428"/>
            <ac:picMk id="3" creationId="{D22B1863-2C68-908A-663E-D2590523EA21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7:37:31.929" v="6787" actId="22"/>
          <ac:picMkLst>
            <pc:docMk/>
            <pc:sldMk cId="3645112278" sldId="428"/>
            <ac:picMk id="6" creationId="{9E700A33-EDBD-631C-CB16-01DA44325997}"/>
          </ac:picMkLst>
        </pc:picChg>
      </pc:sldChg>
      <pc:sldChg chg="addSp modSp add mod">
        <pc:chgData name="MUHAMMAD IRFAN NABYL BIN MOHAMAD YAAKUB" userId="5f5f9c1a-70e9-4026-b845-667d53078a67" providerId="ADAL" clId="{FB0A4625-5635-42D2-81C4-3227F1CAD932}" dt="2025-10-28T09:28:37.983" v="11773" actId="313"/>
        <pc:sldMkLst>
          <pc:docMk/>
          <pc:sldMk cId="490603321" sldId="429"/>
        </pc:sldMkLst>
        <pc:spChg chg="add mod">
          <ac:chgData name="MUHAMMAD IRFAN NABYL BIN MOHAMAD YAAKUB" userId="5f5f9c1a-70e9-4026-b845-667d53078a67" providerId="ADAL" clId="{FB0A4625-5635-42D2-81C4-3227F1CAD932}" dt="2025-10-28T01:11:39.219" v="10784" actId="14100"/>
          <ac:spMkLst>
            <pc:docMk/>
            <pc:sldMk cId="490603321" sldId="429"/>
            <ac:spMk id="2" creationId="{2C425C5A-9BF5-E2AD-81B9-A285647F8B23}"/>
          </ac:spMkLst>
        </pc:spChg>
        <pc:spChg chg="mod">
          <ac:chgData name="MUHAMMAD IRFAN NABYL BIN MOHAMAD YAAKUB" userId="5f5f9c1a-70e9-4026-b845-667d53078a67" providerId="ADAL" clId="{FB0A4625-5635-42D2-81C4-3227F1CAD932}" dt="2025-10-28T09:28:37.983" v="11773" actId="313"/>
          <ac:spMkLst>
            <pc:docMk/>
            <pc:sldMk cId="490603321" sldId="429"/>
            <ac:spMk id="110" creationId="{A0F9FB6A-E727-CFEE-4440-7259A5C9753A}"/>
          </ac:spMkLst>
        </pc:spChg>
        <pc:spChg chg="mod">
          <ac:chgData name="MUHAMMAD IRFAN NABYL BIN MOHAMAD YAAKUB" userId="5f5f9c1a-70e9-4026-b845-667d53078a67" providerId="ADAL" clId="{FB0A4625-5635-42D2-81C4-3227F1CAD932}" dt="2025-10-27T17:46:51.370" v="7038"/>
          <ac:spMkLst>
            <pc:docMk/>
            <pc:sldMk cId="490603321" sldId="429"/>
            <ac:spMk id="111" creationId="{BE6FE8FE-7AD5-40F3-0829-8AE5102E8865}"/>
          </ac:spMkLst>
        </pc:spChg>
        <pc:picChg chg="mod">
          <ac:chgData name="MUHAMMAD IRFAN NABYL BIN MOHAMAD YAAKUB" userId="5f5f9c1a-70e9-4026-b845-667d53078a67" providerId="ADAL" clId="{FB0A4625-5635-42D2-81C4-3227F1CAD932}" dt="2025-10-27T18:13:10.505" v="8347" actId="1076"/>
          <ac:picMkLst>
            <pc:docMk/>
            <pc:sldMk cId="490603321" sldId="429"/>
            <ac:picMk id="3" creationId="{5FF52A74-3D63-86D4-A5C5-AB8318BCDC7B}"/>
          </ac:picMkLst>
        </pc:picChg>
      </pc:sldChg>
      <pc:sldChg chg="modSp add del mod modShow">
        <pc:chgData name="MUHAMMAD IRFAN NABYL BIN MOHAMAD YAAKUB" userId="5f5f9c1a-70e9-4026-b845-667d53078a67" providerId="ADAL" clId="{FB0A4625-5635-42D2-81C4-3227F1CAD932}" dt="2025-10-27T17:49:31.718" v="7159" actId="47"/>
        <pc:sldMkLst>
          <pc:docMk/>
          <pc:sldMk cId="2089228793" sldId="430"/>
        </pc:sldMkLst>
        <pc:spChg chg="mod">
          <ac:chgData name="MUHAMMAD IRFAN NABYL BIN MOHAMAD YAAKUB" userId="5f5f9c1a-70e9-4026-b845-667d53078a67" providerId="ADAL" clId="{FB0A4625-5635-42D2-81C4-3227F1CAD932}" dt="2025-10-27T17:49:10.944" v="7157" actId="20577"/>
          <ac:spMkLst>
            <pc:docMk/>
            <pc:sldMk cId="2089228793" sldId="430"/>
            <ac:spMk id="110" creationId="{F9672FF6-45DA-130D-9C9A-8A584CFB4DF9}"/>
          </ac:spMkLst>
        </pc:spChg>
      </pc:sldChg>
      <pc:sldChg chg="addSp delSp modSp add mod ord">
        <pc:chgData name="MUHAMMAD IRFAN NABYL BIN MOHAMAD YAAKUB" userId="5f5f9c1a-70e9-4026-b845-667d53078a67" providerId="ADAL" clId="{FB0A4625-5635-42D2-81C4-3227F1CAD932}" dt="2025-10-28T09:28:38.143" v="11774" actId="313"/>
        <pc:sldMkLst>
          <pc:docMk/>
          <pc:sldMk cId="2987799272" sldId="430"/>
        </pc:sldMkLst>
        <pc:spChg chg="add mod">
          <ac:chgData name="MUHAMMAD IRFAN NABYL BIN MOHAMAD YAAKUB" userId="5f5f9c1a-70e9-4026-b845-667d53078a67" providerId="ADAL" clId="{FB0A4625-5635-42D2-81C4-3227F1CAD932}" dt="2025-10-28T01:12:07.500" v="10788" actId="14100"/>
          <ac:spMkLst>
            <pc:docMk/>
            <pc:sldMk cId="2987799272" sldId="430"/>
            <ac:spMk id="2" creationId="{A8331BC4-D735-BFBC-4572-2D2B3099D328}"/>
          </ac:spMkLst>
        </pc:spChg>
        <pc:spChg chg="mod">
          <ac:chgData name="MUHAMMAD IRFAN NABYL BIN MOHAMAD YAAKUB" userId="5f5f9c1a-70e9-4026-b845-667d53078a67" providerId="ADAL" clId="{FB0A4625-5635-42D2-81C4-3227F1CAD932}" dt="2025-10-28T09:28:38.143" v="11774" actId="313"/>
          <ac:spMkLst>
            <pc:docMk/>
            <pc:sldMk cId="2987799272" sldId="430"/>
            <ac:spMk id="110" creationId="{6F63218C-E5CD-73AD-F4E8-720BF932141C}"/>
          </ac:spMkLst>
        </pc:spChg>
        <pc:spChg chg="mod">
          <ac:chgData name="MUHAMMAD IRFAN NABYL BIN MOHAMAD YAAKUB" userId="5f5f9c1a-70e9-4026-b845-667d53078a67" providerId="ADAL" clId="{FB0A4625-5635-42D2-81C4-3227F1CAD932}" dt="2025-10-27T18:18:32.930" v="8745" actId="5793"/>
          <ac:spMkLst>
            <pc:docMk/>
            <pc:sldMk cId="2987799272" sldId="430"/>
            <ac:spMk id="111" creationId="{B307956F-22C9-F8CD-FEBE-EF2DA3853D04}"/>
          </ac:spMkLst>
        </pc:spChg>
        <pc:picChg chg="del">
          <ac:chgData name="MUHAMMAD IRFAN NABYL BIN MOHAMAD YAAKUB" userId="5f5f9c1a-70e9-4026-b845-667d53078a67" providerId="ADAL" clId="{FB0A4625-5635-42D2-81C4-3227F1CAD932}" dt="2025-10-27T17:53:51.149" v="7174" actId="478"/>
          <ac:picMkLst>
            <pc:docMk/>
            <pc:sldMk cId="2987799272" sldId="430"/>
            <ac:picMk id="3" creationId="{AC3C2955-9220-EAF7-C48F-E726041B12CA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8:16:54.508" v="8632" actId="1076"/>
          <ac:picMkLst>
            <pc:docMk/>
            <pc:sldMk cId="2987799272" sldId="430"/>
            <ac:picMk id="6" creationId="{D235B7D0-DA6B-0EAF-36D9-121EEDCEF59B}"/>
          </ac:picMkLst>
        </pc:picChg>
      </pc:sldChg>
      <pc:sldChg chg="addSp modSp add mod">
        <pc:chgData name="MUHAMMAD IRFAN NABYL BIN MOHAMAD YAAKUB" userId="5f5f9c1a-70e9-4026-b845-667d53078a67" providerId="ADAL" clId="{FB0A4625-5635-42D2-81C4-3227F1CAD932}" dt="2025-10-28T09:28:37.066" v="11770" actId="313"/>
        <pc:sldMkLst>
          <pc:docMk/>
          <pc:sldMk cId="1934953144" sldId="431"/>
        </pc:sldMkLst>
        <pc:spChg chg="add mod">
          <ac:chgData name="MUHAMMAD IRFAN NABYL BIN MOHAMAD YAAKUB" userId="5f5f9c1a-70e9-4026-b845-667d53078a67" providerId="ADAL" clId="{FB0A4625-5635-42D2-81C4-3227F1CAD932}" dt="2025-10-28T01:05:53.805" v="10619"/>
          <ac:spMkLst>
            <pc:docMk/>
            <pc:sldMk cId="1934953144" sldId="431"/>
            <ac:spMk id="2" creationId="{DA55A17B-5A6B-D05B-33F3-32ACAFC2E876}"/>
          </ac:spMkLst>
        </pc:spChg>
        <pc:spChg chg="add mod">
          <ac:chgData name="MUHAMMAD IRFAN NABYL BIN MOHAMAD YAAKUB" userId="5f5f9c1a-70e9-4026-b845-667d53078a67" providerId="ADAL" clId="{FB0A4625-5635-42D2-81C4-3227F1CAD932}" dt="2025-10-28T01:06:10.875" v="10624" actId="14100"/>
          <ac:spMkLst>
            <pc:docMk/>
            <pc:sldMk cId="1934953144" sldId="431"/>
            <ac:spMk id="6" creationId="{BD9144E4-97CD-887E-E991-5EA318CADD3B}"/>
          </ac:spMkLst>
        </pc:spChg>
        <pc:spChg chg="add mod">
          <ac:chgData name="MUHAMMAD IRFAN NABYL BIN MOHAMAD YAAKUB" userId="5f5f9c1a-70e9-4026-b845-667d53078a67" providerId="ADAL" clId="{FB0A4625-5635-42D2-81C4-3227F1CAD932}" dt="2025-10-28T01:07:11.787" v="10651" actId="1038"/>
          <ac:spMkLst>
            <pc:docMk/>
            <pc:sldMk cId="1934953144" sldId="431"/>
            <ac:spMk id="7" creationId="{3EB4BBFF-42B3-89B8-35B0-F15362F9D839}"/>
          </ac:spMkLst>
        </pc:spChg>
        <pc:spChg chg="add mod">
          <ac:chgData name="MUHAMMAD IRFAN NABYL BIN MOHAMAD YAAKUB" userId="5f5f9c1a-70e9-4026-b845-667d53078a67" providerId="ADAL" clId="{FB0A4625-5635-42D2-81C4-3227F1CAD932}" dt="2025-10-28T01:07:30.373" v="10658" actId="14100"/>
          <ac:spMkLst>
            <pc:docMk/>
            <pc:sldMk cId="1934953144" sldId="431"/>
            <ac:spMk id="8" creationId="{EA6428A5-9FC1-9235-C73F-AF5FA6590460}"/>
          </ac:spMkLst>
        </pc:spChg>
        <pc:spChg chg="add mod">
          <ac:chgData name="MUHAMMAD IRFAN NABYL BIN MOHAMAD YAAKUB" userId="5f5f9c1a-70e9-4026-b845-667d53078a67" providerId="ADAL" clId="{FB0A4625-5635-42D2-81C4-3227F1CAD932}" dt="2025-10-28T01:08:08.857" v="10696" actId="1038"/>
          <ac:spMkLst>
            <pc:docMk/>
            <pc:sldMk cId="1934953144" sldId="431"/>
            <ac:spMk id="9" creationId="{F948716D-6889-3942-0E1A-D9241C76685A}"/>
          </ac:spMkLst>
        </pc:spChg>
        <pc:spChg chg="mod">
          <ac:chgData name="MUHAMMAD IRFAN NABYL BIN MOHAMAD YAAKUB" userId="5f5f9c1a-70e9-4026-b845-667d53078a67" providerId="ADAL" clId="{FB0A4625-5635-42D2-81C4-3227F1CAD932}" dt="2025-10-28T09:28:37.066" v="11770" actId="313"/>
          <ac:spMkLst>
            <pc:docMk/>
            <pc:sldMk cId="1934953144" sldId="431"/>
            <ac:spMk id="110" creationId="{F891E626-BE6C-5B7A-AAD4-032019CCABFE}"/>
          </ac:spMkLst>
        </pc:spChg>
        <pc:spChg chg="mod">
          <ac:chgData name="MUHAMMAD IRFAN NABYL BIN MOHAMAD YAAKUB" userId="5f5f9c1a-70e9-4026-b845-667d53078a67" providerId="ADAL" clId="{FB0A4625-5635-42D2-81C4-3227F1CAD932}" dt="2025-10-28T01:05:07.552" v="10616" actId="9"/>
          <ac:spMkLst>
            <pc:docMk/>
            <pc:sldMk cId="1934953144" sldId="431"/>
            <ac:spMk id="111" creationId="{047CDFCC-0DAE-A9AB-762F-F1858CAA402C}"/>
          </ac:spMkLst>
        </pc:spChg>
        <pc:picChg chg="mod">
          <ac:chgData name="MUHAMMAD IRFAN NABYL BIN MOHAMAD YAAKUB" userId="5f5f9c1a-70e9-4026-b845-667d53078a67" providerId="ADAL" clId="{FB0A4625-5635-42D2-81C4-3227F1CAD932}" dt="2025-10-28T01:07:39.365" v="10671" actId="1076"/>
          <ac:picMkLst>
            <pc:docMk/>
            <pc:sldMk cId="1934953144" sldId="431"/>
            <ac:picMk id="3" creationId="{4E4A3342-B118-B911-EFFB-D352B0C7BBDA}"/>
          </ac:picMkLst>
        </pc:picChg>
      </pc:sldChg>
      <pc:sldChg chg="modSp add del mod">
        <pc:chgData name="MUHAMMAD IRFAN NABYL BIN MOHAMAD YAAKUB" userId="5f5f9c1a-70e9-4026-b845-667d53078a67" providerId="ADAL" clId="{FB0A4625-5635-42D2-81C4-3227F1CAD932}" dt="2025-10-27T18:05:22.869" v="7788" actId="47"/>
        <pc:sldMkLst>
          <pc:docMk/>
          <pc:sldMk cId="735191060" sldId="432"/>
        </pc:sldMkLst>
        <pc:spChg chg="mod">
          <ac:chgData name="MUHAMMAD IRFAN NABYL BIN MOHAMAD YAAKUB" userId="5f5f9c1a-70e9-4026-b845-667d53078a67" providerId="ADAL" clId="{FB0A4625-5635-42D2-81C4-3227F1CAD932}" dt="2025-10-27T18:04:40.049" v="7777" actId="20577"/>
          <ac:spMkLst>
            <pc:docMk/>
            <pc:sldMk cId="735191060" sldId="432"/>
            <ac:spMk id="110" creationId="{7B6E07D8-F70D-9FE2-9279-1D7F024A7FD5}"/>
          </ac:spMkLst>
        </pc:spChg>
        <pc:spChg chg="mod">
          <ac:chgData name="MUHAMMAD IRFAN NABYL BIN MOHAMAD YAAKUB" userId="5f5f9c1a-70e9-4026-b845-667d53078a67" providerId="ADAL" clId="{FB0A4625-5635-42D2-81C4-3227F1CAD932}" dt="2025-10-27T18:04:10.584" v="7771" actId="13926"/>
          <ac:spMkLst>
            <pc:docMk/>
            <pc:sldMk cId="735191060" sldId="432"/>
            <ac:spMk id="111" creationId="{073F64B1-C608-FAA5-6B1F-F9281B831A12}"/>
          </ac:spMkLst>
        </pc:spChg>
        <pc:picChg chg="mod">
          <ac:chgData name="MUHAMMAD IRFAN NABYL BIN MOHAMAD YAAKUB" userId="5f5f9c1a-70e9-4026-b845-667d53078a67" providerId="ADAL" clId="{FB0A4625-5635-42D2-81C4-3227F1CAD932}" dt="2025-10-27T18:03:29.749" v="7715" actId="1076"/>
          <ac:picMkLst>
            <pc:docMk/>
            <pc:sldMk cId="735191060" sldId="432"/>
            <ac:picMk id="7" creationId="{9C23835C-3B20-D1B1-097E-0C3065E4ECCB}"/>
          </ac:picMkLst>
        </pc:picChg>
      </pc:sldChg>
      <pc:sldChg chg="modSp mod">
        <pc:chgData name="MUHAMMAD IRFAN NABYL BIN MOHAMAD YAAKUB" userId="5f5f9c1a-70e9-4026-b845-667d53078a67" providerId="ADAL" clId="{FB0A4625-5635-42D2-81C4-3227F1CAD932}" dt="2025-10-28T09:28:39.841" v="11783" actId="313"/>
        <pc:sldMkLst>
          <pc:docMk/>
          <pc:sldMk cId="2262657004" sldId="433"/>
        </pc:sldMkLst>
        <pc:spChg chg="mod">
          <ac:chgData name="MUHAMMAD IRFAN NABYL BIN MOHAMAD YAAKUB" userId="5f5f9c1a-70e9-4026-b845-667d53078a67" providerId="ADAL" clId="{FB0A4625-5635-42D2-81C4-3227F1CAD932}" dt="2025-10-28T09:28:39.841" v="11783" actId="313"/>
          <ac:spMkLst>
            <pc:docMk/>
            <pc:sldMk cId="2262657004" sldId="433"/>
            <ac:spMk id="110" creationId="{4A2D10D1-8126-CB34-D221-4ADB964D6C80}"/>
          </ac:spMkLst>
        </pc:spChg>
      </pc:sldChg>
      <pc:sldChg chg="addSp modSp add mod">
        <pc:chgData name="MUHAMMAD IRFAN NABYL BIN MOHAMAD YAAKUB" userId="5f5f9c1a-70e9-4026-b845-667d53078a67" providerId="ADAL" clId="{FB0A4625-5635-42D2-81C4-3227F1CAD932}" dt="2025-10-28T01:10:15.783" v="10776" actId="1038"/>
        <pc:sldMkLst>
          <pc:docMk/>
          <pc:sldMk cId="3400175126" sldId="433"/>
        </pc:sldMkLst>
        <pc:spChg chg="add mod">
          <ac:chgData name="MUHAMMAD IRFAN NABYL BIN MOHAMAD YAAKUB" userId="5f5f9c1a-70e9-4026-b845-667d53078a67" providerId="ADAL" clId="{FB0A4625-5635-42D2-81C4-3227F1CAD932}" dt="2025-10-28T01:03:28.546" v="10596" actId="14100"/>
          <ac:spMkLst>
            <pc:docMk/>
            <pc:sldMk cId="3400175126" sldId="433"/>
            <ac:spMk id="2" creationId="{CE6F928E-BE4D-2E61-6D14-F60477332D58}"/>
          </ac:spMkLst>
        </pc:spChg>
        <pc:spChg chg="add mod">
          <ac:chgData name="MUHAMMAD IRFAN NABYL BIN MOHAMAD YAAKUB" userId="5f5f9c1a-70e9-4026-b845-667d53078a67" providerId="ADAL" clId="{FB0A4625-5635-42D2-81C4-3227F1CAD932}" dt="2025-10-28T01:09:43.155" v="10746" actId="20577"/>
          <ac:spMkLst>
            <pc:docMk/>
            <pc:sldMk cId="3400175126" sldId="433"/>
            <ac:spMk id="3" creationId="{4860FD13-CFB4-3282-0B76-7FEDC5D12CE5}"/>
          </ac:spMkLst>
        </pc:spChg>
        <pc:spChg chg="add mod">
          <ac:chgData name="MUHAMMAD IRFAN NABYL BIN MOHAMAD YAAKUB" userId="5f5f9c1a-70e9-4026-b845-667d53078a67" providerId="ADAL" clId="{FB0A4625-5635-42D2-81C4-3227F1CAD932}" dt="2025-10-28T01:10:15.783" v="10776" actId="1038"/>
          <ac:spMkLst>
            <pc:docMk/>
            <pc:sldMk cId="3400175126" sldId="433"/>
            <ac:spMk id="6" creationId="{5B006CA4-5F6D-E20C-729D-507A0232FB56}"/>
          </ac:spMkLst>
        </pc:spChg>
        <pc:spChg chg="add mod">
          <ac:chgData name="MUHAMMAD IRFAN NABYL BIN MOHAMAD YAAKUB" userId="5f5f9c1a-70e9-4026-b845-667d53078a67" providerId="ADAL" clId="{FB0A4625-5635-42D2-81C4-3227F1CAD932}" dt="2025-10-28T01:10:03.495" v="10754" actId="14100"/>
          <ac:spMkLst>
            <pc:docMk/>
            <pc:sldMk cId="3400175126" sldId="433"/>
            <ac:spMk id="8" creationId="{00423935-29AF-2935-9727-1A449214C200}"/>
          </ac:spMkLst>
        </pc:spChg>
        <pc:spChg chg="mod">
          <ac:chgData name="MUHAMMAD IRFAN NABYL BIN MOHAMAD YAAKUB" userId="5f5f9c1a-70e9-4026-b845-667d53078a67" providerId="ADAL" clId="{FB0A4625-5635-42D2-81C4-3227F1CAD932}" dt="2025-10-27T18:40:35.676" v="9509" actId="20577"/>
          <ac:spMkLst>
            <pc:docMk/>
            <pc:sldMk cId="3400175126" sldId="433"/>
            <ac:spMk id="110" creationId="{4A2D10D1-8126-CB34-D221-4ADB964D6C80}"/>
          </ac:spMkLst>
        </pc:spChg>
        <pc:spChg chg="mod">
          <ac:chgData name="MUHAMMAD IRFAN NABYL BIN MOHAMAD YAAKUB" userId="5f5f9c1a-70e9-4026-b845-667d53078a67" providerId="ADAL" clId="{FB0A4625-5635-42D2-81C4-3227F1CAD932}" dt="2025-10-28T01:02:31.217" v="10590" actId="9"/>
          <ac:spMkLst>
            <pc:docMk/>
            <pc:sldMk cId="3400175126" sldId="433"/>
            <ac:spMk id="111" creationId="{2E97B40B-7E3C-FBFF-D8E4-3183F8417322}"/>
          </ac:spMkLst>
        </pc:spChg>
      </pc:sldChg>
      <pc:sldChg chg="modSp mod">
        <pc:chgData name="MUHAMMAD IRFAN NABYL BIN MOHAMAD YAAKUB" userId="5f5f9c1a-70e9-4026-b845-667d53078a67" providerId="ADAL" clId="{FB0A4625-5635-42D2-81C4-3227F1CAD932}" dt="2025-10-28T09:28:40.088" v="11784" actId="313"/>
        <pc:sldMkLst>
          <pc:docMk/>
          <pc:sldMk cId="3672470508" sldId="434"/>
        </pc:sldMkLst>
        <pc:spChg chg="mod">
          <ac:chgData name="MUHAMMAD IRFAN NABYL BIN MOHAMAD YAAKUB" userId="5f5f9c1a-70e9-4026-b845-667d53078a67" providerId="ADAL" clId="{FB0A4625-5635-42D2-81C4-3227F1CAD932}" dt="2025-10-28T09:28:40.088" v="11784" actId="313"/>
          <ac:spMkLst>
            <pc:docMk/>
            <pc:sldMk cId="3672470508" sldId="434"/>
            <ac:spMk id="110" creationId="{D1A759CD-82BD-C736-EE26-53F428675511}"/>
          </ac:spMkLst>
        </pc:spChg>
      </pc:sldChg>
      <pc:sldChg chg="addSp delSp modSp add mod">
        <pc:chgData name="MUHAMMAD IRFAN NABYL BIN MOHAMAD YAAKUB" userId="5f5f9c1a-70e9-4026-b845-667d53078a67" providerId="ADAL" clId="{FB0A4625-5635-42D2-81C4-3227F1CAD932}" dt="2025-10-28T01:04:18.118" v="10608" actId="20577"/>
        <pc:sldMkLst>
          <pc:docMk/>
          <pc:sldMk cId="4185152454" sldId="434"/>
        </pc:sldMkLst>
        <pc:spChg chg="mod">
          <ac:chgData name="MUHAMMAD IRFAN NABYL BIN MOHAMAD YAAKUB" userId="5f5f9c1a-70e9-4026-b845-667d53078a67" providerId="ADAL" clId="{FB0A4625-5635-42D2-81C4-3227F1CAD932}" dt="2025-10-27T18:40:40.209" v="9510"/>
          <ac:spMkLst>
            <pc:docMk/>
            <pc:sldMk cId="4185152454" sldId="434"/>
            <ac:spMk id="110" creationId="{D1A759CD-82BD-C736-EE26-53F428675511}"/>
          </ac:spMkLst>
        </pc:spChg>
        <pc:spChg chg="mod">
          <ac:chgData name="MUHAMMAD IRFAN NABYL BIN MOHAMAD YAAKUB" userId="5f5f9c1a-70e9-4026-b845-667d53078a67" providerId="ADAL" clId="{FB0A4625-5635-42D2-81C4-3227F1CAD932}" dt="2025-10-28T01:04:18.118" v="10608" actId="20577"/>
          <ac:spMkLst>
            <pc:docMk/>
            <pc:sldMk cId="4185152454" sldId="434"/>
            <ac:spMk id="111" creationId="{4DA32A19-5EB3-E554-3399-B04F6DAC1983}"/>
          </ac:spMkLst>
        </pc:spChg>
        <pc:picChg chg="add mod">
          <ac:chgData name="MUHAMMAD IRFAN NABYL BIN MOHAMAD YAAKUB" userId="5f5f9c1a-70e9-4026-b845-667d53078a67" providerId="ADAL" clId="{FB0A4625-5635-42D2-81C4-3227F1CAD932}" dt="2025-10-27T18:07:11.214" v="7918" actId="1076"/>
          <ac:picMkLst>
            <pc:docMk/>
            <pc:sldMk cId="4185152454" sldId="434"/>
            <ac:picMk id="3" creationId="{EDF479CE-6343-5180-2C4F-821798B50811}"/>
          </ac:picMkLst>
        </pc:picChg>
        <pc:picChg chg="del">
          <ac:chgData name="MUHAMMAD IRFAN NABYL BIN MOHAMAD YAAKUB" userId="5f5f9c1a-70e9-4026-b845-667d53078a67" providerId="ADAL" clId="{FB0A4625-5635-42D2-81C4-3227F1CAD932}" dt="2025-10-27T18:07:02.698" v="7913" actId="478"/>
          <ac:picMkLst>
            <pc:docMk/>
            <pc:sldMk cId="4185152454" sldId="434"/>
            <ac:picMk id="7" creationId="{CBC1D150-5AF5-FF23-8AF7-7B35AAA0C24E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8:08:00.945" v="7987" actId="1036"/>
          <ac:picMkLst>
            <pc:docMk/>
            <pc:sldMk cId="4185152454" sldId="434"/>
            <ac:picMk id="8" creationId="{5A3A9851-09A9-6966-2E1D-65BA332127BC}"/>
          </ac:picMkLst>
        </pc:picChg>
      </pc:sldChg>
      <pc:sldChg chg="delSp modSp add mod">
        <pc:chgData name="MUHAMMAD IRFAN NABYL BIN MOHAMAD YAAKUB" userId="5f5f9c1a-70e9-4026-b845-667d53078a67" providerId="ADAL" clId="{FB0A4625-5635-42D2-81C4-3227F1CAD932}" dt="2025-10-28T01:04:21.459" v="10615" actId="20577"/>
        <pc:sldMkLst>
          <pc:docMk/>
          <pc:sldMk cId="902908373" sldId="435"/>
        </pc:sldMkLst>
        <pc:spChg chg="mod">
          <ac:chgData name="MUHAMMAD IRFAN NABYL BIN MOHAMAD YAAKUB" userId="5f5f9c1a-70e9-4026-b845-667d53078a67" providerId="ADAL" clId="{FB0A4625-5635-42D2-81C4-3227F1CAD932}" dt="2025-10-27T18:40:41.491" v="9511"/>
          <ac:spMkLst>
            <pc:docMk/>
            <pc:sldMk cId="902908373" sldId="435"/>
            <ac:spMk id="110" creationId="{1A504572-E724-CD94-7F61-293C31A9A853}"/>
          </ac:spMkLst>
        </pc:spChg>
        <pc:spChg chg="mod">
          <ac:chgData name="MUHAMMAD IRFAN NABYL BIN MOHAMAD YAAKUB" userId="5f5f9c1a-70e9-4026-b845-667d53078a67" providerId="ADAL" clId="{FB0A4625-5635-42D2-81C4-3227F1CAD932}" dt="2025-10-28T01:04:21.459" v="10615" actId="20577"/>
          <ac:spMkLst>
            <pc:docMk/>
            <pc:sldMk cId="902908373" sldId="435"/>
            <ac:spMk id="111" creationId="{C0A06895-BD89-11EF-38AB-1C991DDC61A1}"/>
          </ac:spMkLst>
        </pc:spChg>
        <pc:picChg chg="del">
          <ac:chgData name="MUHAMMAD IRFAN NABYL BIN MOHAMAD YAAKUB" userId="5f5f9c1a-70e9-4026-b845-667d53078a67" providerId="ADAL" clId="{FB0A4625-5635-42D2-81C4-3227F1CAD932}" dt="2025-10-27T18:08:40.305" v="8018" actId="478"/>
          <ac:picMkLst>
            <pc:docMk/>
            <pc:sldMk cId="902908373" sldId="435"/>
            <ac:picMk id="3" creationId="{D160DD01-9612-9814-4091-41E3DF8C7768}"/>
          </ac:picMkLst>
        </pc:picChg>
        <pc:picChg chg="del">
          <ac:chgData name="MUHAMMAD IRFAN NABYL BIN MOHAMAD YAAKUB" userId="5f5f9c1a-70e9-4026-b845-667d53078a67" providerId="ADAL" clId="{FB0A4625-5635-42D2-81C4-3227F1CAD932}" dt="2025-10-27T18:08:40.683" v="8019" actId="478"/>
          <ac:picMkLst>
            <pc:docMk/>
            <pc:sldMk cId="902908373" sldId="435"/>
            <ac:picMk id="8" creationId="{1D8F225C-97CA-B549-14D4-13FF239EF01B}"/>
          </ac:picMkLst>
        </pc:picChg>
      </pc:sldChg>
      <pc:sldChg chg="modSp mod">
        <pc:chgData name="MUHAMMAD IRFAN NABYL BIN MOHAMAD YAAKUB" userId="5f5f9c1a-70e9-4026-b845-667d53078a67" providerId="ADAL" clId="{FB0A4625-5635-42D2-81C4-3227F1CAD932}" dt="2025-10-28T09:28:40.510" v="11785" actId="313"/>
        <pc:sldMkLst>
          <pc:docMk/>
          <pc:sldMk cId="925697573" sldId="435"/>
        </pc:sldMkLst>
        <pc:spChg chg="mod">
          <ac:chgData name="MUHAMMAD IRFAN NABYL BIN MOHAMAD YAAKUB" userId="5f5f9c1a-70e9-4026-b845-667d53078a67" providerId="ADAL" clId="{FB0A4625-5635-42D2-81C4-3227F1CAD932}" dt="2025-10-28T09:28:40.510" v="11785" actId="313"/>
          <ac:spMkLst>
            <pc:docMk/>
            <pc:sldMk cId="925697573" sldId="435"/>
            <ac:spMk id="110" creationId="{1A504572-E724-CD94-7F61-293C31A9A853}"/>
          </ac:spMkLst>
        </pc:spChg>
      </pc:sldChg>
      <pc:sldChg chg="addSp modSp add mod">
        <pc:chgData name="MUHAMMAD IRFAN NABYL BIN MOHAMAD YAAKUB" userId="5f5f9c1a-70e9-4026-b845-667d53078a67" providerId="ADAL" clId="{FB0A4625-5635-42D2-81C4-3227F1CAD932}" dt="2025-10-28T09:28:38.331" v="11775" actId="313"/>
        <pc:sldMkLst>
          <pc:docMk/>
          <pc:sldMk cId="2696950534" sldId="436"/>
        </pc:sldMkLst>
        <pc:spChg chg="add mod">
          <ac:chgData name="MUHAMMAD IRFAN NABYL BIN MOHAMAD YAAKUB" userId="5f5f9c1a-70e9-4026-b845-667d53078a67" providerId="ADAL" clId="{FB0A4625-5635-42D2-81C4-3227F1CAD932}" dt="2025-10-28T01:12:15.547" v="10790" actId="1076"/>
          <ac:spMkLst>
            <pc:docMk/>
            <pc:sldMk cId="2696950534" sldId="436"/>
            <ac:spMk id="2" creationId="{EB17F3F5-94F2-274C-2505-9FD301EA6570}"/>
          </ac:spMkLst>
        </pc:spChg>
        <pc:spChg chg="mod">
          <ac:chgData name="MUHAMMAD IRFAN NABYL BIN MOHAMAD YAAKUB" userId="5f5f9c1a-70e9-4026-b845-667d53078a67" providerId="ADAL" clId="{FB0A4625-5635-42D2-81C4-3227F1CAD932}" dt="2025-10-28T09:28:38.331" v="11775" actId="313"/>
          <ac:spMkLst>
            <pc:docMk/>
            <pc:sldMk cId="2696950534" sldId="436"/>
            <ac:spMk id="110" creationId="{D33A2FC7-8A76-C835-59D3-C399B2B40DBD}"/>
          </ac:spMkLst>
        </pc:spChg>
        <pc:spChg chg="mod">
          <ac:chgData name="MUHAMMAD IRFAN NABYL BIN MOHAMAD YAAKUB" userId="5f5f9c1a-70e9-4026-b845-667d53078a67" providerId="ADAL" clId="{FB0A4625-5635-42D2-81C4-3227F1CAD932}" dt="2025-10-28T01:01:45.406" v="10587" actId="12"/>
          <ac:spMkLst>
            <pc:docMk/>
            <pc:sldMk cId="2696950534" sldId="436"/>
            <ac:spMk id="111" creationId="{E6AA5059-E7C0-8D90-B6DA-1D42CF69479B}"/>
          </ac:spMkLst>
        </pc:spChg>
        <pc:picChg chg="mod">
          <ac:chgData name="MUHAMMAD IRFAN NABYL BIN MOHAMAD YAAKUB" userId="5f5f9c1a-70e9-4026-b845-667d53078a67" providerId="ADAL" clId="{FB0A4625-5635-42D2-81C4-3227F1CAD932}" dt="2025-10-27T18:17:45.292" v="8697" actId="14826"/>
          <ac:picMkLst>
            <pc:docMk/>
            <pc:sldMk cId="2696950534" sldId="436"/>
            <ac:picMk id="6" creationId="{7498F9E3-6F7A-28A8-7230-AFEB4EA77D7F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38.475" v="11776" actId="313"/>
        <pc:sldMkLst>
          <pc:docMk/>
          <pc:sldMk cId="3036948490" sldId="437"/>
        </pc:sldMkLst>
        <pc:spChg chg="mod">
          <ac:chgData name="MUHAMMAD IRFAN NABYL BIN MOHAMAD YAAKUB" userId="5f5f9c1a-70e9-4026-b845-667d53078a67" providerId="ADAL" clId="{FB0A4625-5635-42D2-81C4-3227F1CAD932}" dt="2025-10-28T09:28:38.475" v="11776" actId="313"/>
          <ac:spMkLst>
            <pc:docMk/>
            <pc:sldMk cId="3036948490" sldId="437"/>
            <ac:spMk id="110" creationId="{99A5F06E-E574-311F-D977-A5A83502AD60}"/>
          </ac:spMkLst>
        </pc:spChg>
        <pc:spChg chg="mod">
          <ac:chgData name="MUHAMMAD IRFAN NABYL BIN MOHAMAD YAAKUB" userId="5f5f9c1a-70e9-4026-b845-667d53078a67" providerId="ADAL" clId="{FB0A4625-5635-42D2-81C4-3227F1CAD932}" dt="2025-10-27T18:19:31.615" v="8830" actId="313"/>
          <ac:spMkLst>
            <pc:docMk/>
            <pc:sldMk cId="3036948490" sldId="437"/>
            <ac:spMk id="111" creationId="{B2EF546C-659E-79BB-7FCE-180E9245CF58}"/>
          </ac:spMkLst>
        </pc:spChg>
        <pc:picChg chg="mod">
          <ac:chgData name="MUHAMMAD IRFAN NABYL BIN MOHAMAD YAAKUB" userId="5f5f9c1a-70e9-4026-b845-667d53078a67" providerId="ADAL" clId="{FB0A4625-5635-42D2-81C4-3227F1CAD932}" dt="2025-10-27T18:19:24.899" v="8801" actId="14826"/>
          <ac:picMkLst>
            <pc:docMk/>
            <pc:sldMk cId="3036948490" sldId="437"/>
            <ac:picMk id="6" creationId="{5D823731-36B3-FC45-E04F-6FA5BF745925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38.633" v="11777" actId="313"/>
        <pc:sldMkLst>
          <pc:docMk/>
          <pc:sldMk cId="1904289696" sldId="438"/>
        </pc:sldMkLst>
        <pc:spChg chg="mod">
          <ac:chgData name="MUHAMMAD IRFAN NABYL BIN MOHAMAD YAAKUB" userId="5f5f9c1a-70e9-4026-b845-667d53078a67" providerId="ADAL" clId="{FB0A4625-5635-42D2-81C4-3227F1CAD932}" dt="2025-10-28T09:28:38.633" v="11777" actId="313"/>
          <ac:spMkLst>
            <pc:docMk/>
            <pc:sldMk cId="1904289696" sldId="438"/>
            <ac:spMk id="110" creationId="{AF8F09FC-B168-31A4-41F1-DDD820393826}"/>
          </ac:spMkLst>
        </pc:spChg>
        <pc:spChg chg="mod">
          <ac:chgData name="MUHAMMAD IRFAN NABYL BIN MOHAMAD YAAKUB" userId="5f5f9c1a-70e9-4026-b845-667d53078a67" providerId="ADAL" clId="{FB0A4625-5635-42D2-81C4-3227F1CAD932}" dt="2025-10-27T18:20:10.410" v="8907" actId="313"/>
          <ac:spMkLst>
            <pc:docMk/>
            <pc:sldMk cId="1904289696" sldId="438"/>
            <ac:spMk id="111" creationId="{6183B2BD-994B-6824-DE87-FFACD2F1B08C}"/>
          </ac:spMkLst>
        </pc:spChg>
        <pc:picChg chg="mod">
          <ac:chgData name="MUHAMMAD IRFAN NABYL BIN MOHAMAD YAAKUB" userId="5f5f9c1a-70e9-4026-b845-667d53078a67" providerId="ADAL" clId="{FB0A4625-5635-42D2-81C4-3227F1CAD932}" dt="2025-10-27T18:19:43.083" v="8833" actId="14826"/>
          <ac:picMkLst>
            <pc:docMk/>
            <pc:sldMk cId="1904289696" sldId="438"/>
            <ac:picMk id="6" creationId="{5F6E3AD1-9B1E-B71C-95AF-9DD137FE5FA8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38.788" v="11778" actId="313"/>
        <pc:sldMkLst>
          <pc:docMk/>
          <pc:sldMk cId="2329871624" sldId="439"/>
        </pc:sldMkLst>
        <pc:spChg chg="mod">
          <ac:chgData name="MUHAMMAD IRFAN NABYL BIN MOHAMAD YAAKUB" userId="5f5f9c1a-70e9-4026-b845-667d53078a67" providerId="ADAL" clId="{FB0A4625-5635-42D2-81C4-3227F1CAD932}" dt="2025-10-28T09:28:38.788" v="11778" actId="313"/>
          <ac:spMkLst>
            <pc:docMk/>
            <pc:sldMk cId="2329871624" sldId="439"/>
            <ac:spMk id="110" creationId="{F12815E9-9266-7D36-5449-9084DF8133D2}"/>
          </ac:spMkLst>
        </pc:spChg>
        <pc:spChg chg="mod">
          <ac:chgData name="MUHAMMAD IRFAN NABYL BIN MOHAMAD YAAKUB" userId="5f5f9c1a-70e9-4026-b845-667d53078a67" providerId="ADAL" clId="{FB0A4625-5635-42D2-81C4-3227F1CAD932}" dt="2025-10-27T18:20:35.496" v="8949" actId="20577"/>
          <ac:spMkLst>
            <pc:docMk/>
            <pc:sldMk cId="2329871624" sldId="439"/>
            <ac:spMk id="111" creationId="{506FA4FB-482F-B4F5-3307-323832617FAD}"/>
          </ac:spMkLst>
        </pc:spChg>
        <pc:picChg chg="mod">
          <ac:chgData name="MUHAMMAD IRFAN NABYL BIN MOHAMAD YAAKUB" userId="5f5f9c1a-70e9-4026-b845-667d53078a67" providerId="ADAL" clId="{FB0A4625-5635-42D2-81C4-3227F1CAD932}" dt="2025-10-27T18:20:44.786" v="8952" actId="1076"/>
          <ac:picMkLst>
            <pc:docMk/>
            <pc:sldMk cId="2329871624" sldId="439"/>
            <ac:picMk id="6" creationId="{0C0229B8-C0CF-6532-A413-33BD7E935DD8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38.987" v="11779" actId="313"/>
        <pc:sldMkLst>
          <pc:docMk/>
          <pc:sldMk cId="3194181300" sldId="440"/>
        </pc:sldMkLst>
        <pc:spChg chg="mod">
          <ac:chgData name="MUHAMMAD IRFAN NABYL BIN MOHAMAD YAAKUB" userId="5f5f9c1a-70e9-4026-b845-667d53078a67" providerId="ADAL" clId="{FB0A4625-5635-42D2-81C4-3227F1CAD932}" dt="2025-10-28T09:28:38.987" v="11779" actId="313"/>
          <ac:spMkLst>
            <pc:docMk/>
            <pc:sldMk cId="3194181300" sldId="440"/>
            <ac:spMk id="110" creationId="{BF7E371A-9AC1-1ADD-979D-7754E625D278}"/>
          </ac:spMkLst>
        </pc:spChg>
        <pc:spChg chg="mod">
          <ac:chgData name="MUHAMMAD IRFAN NABYL BIN MOHAMAD YAAKUB" userId="5f5f9c1a-70e9-4026-b845-667d53078a67" providerId="ADAL" clId="{FB0A4625-5635-42D2-81C4-3227F1CAD932}" dt="2025-10-27T18:22:47.907" v="9045" actId="20577"/>
          <ac:spMkLst>
            <pc:docMk/>
            <pc:sldMk cId="3194181300" sldId="440"/>
            <ac:spMk id="111" creationId="{3489D760-26FC-2619-8AAF-E193216E8D1E}"/>
          </ac:spMkLst>
        </pc:spChg>
        <pc:picChg chg="mod">
          <ac:chgData name="MUHAMMAD IRFAN NABYL BIN MOHAMAD YAAKUB" userId="5f5f9c1a-70e9-4026-b845-667d53078a67" providerId="ADAL" clId="{FB0A4625-5635-42D2-81C4-3227F1CAD932}" dt="2025-10-27T18:22:02.087" v="8972" actId="1076"/>
          <ac:picMkLst>
            <pc:docMk/>
            <pc:sldMk cId="3194181300" sldId="440"/>
            <ac:picMk id="6" creationId="{0A8F8637-C4EB-E1A4-8981-DDF97DE806C6}"/>
          </ac:picMkLst>
        </pc:picChg>
      </pc:sldChg>
      <pc:sldChg chg="addSp delSp modSp add mod">
        <pc:chgData name="MUHAMMAD IRFAN NABYL BIN MOHAMAD YAAKUB" userId="5f5f9c1a-70e9-4026-b845-667d53078a67" providerId="ADAL" clId="{FB0A4625-5635-42D2-81C4-3227F1CAD932}" dt="2025-10-28T09:28:39.204" v="11780" actId="313"/>
        <pc:sldMkLst>
          <pc:docMk/>
          <pc:sldMk cId="243341854" sldId="441"/>
        </pc:sldMkLst>
        <pc:spChg chg="mod">
          <ac:chgData name="MUHAMMAD IRFAN NABYL BIN MOHAMAD YAAKUB" userId="5f5f9c1a-70e9-4026-b845-667d53078a67" providerId="ADAL" clId="{FB0A4625-5635-42D2-81C4-3227F1CAD932}" dt="2025-10-28T09:28:39.204" v="11780" actId="313"/>
          <ac:spMkLst>
            <pc:docMk/>
            <pc:sldMk cId="243341854" sldId="441"/>
            <ac:spMk id="110" creationId="{11AEC918-F912-0776-AF8A-29B7F4DD8A45}"/>
          </ac:spMkLst>
        </pc:spChg>
        <pc:spChg chg="mod">
          <ac:chgData name="MUHAMMAD IRFAN NABYL BIN MOHAMAD YAAKUB" userId="5f5f9c1a-70e9-4026-b845-667d53078a67" providerId="ADAL" clId="{FB0A4625-5635-42D2-81C4-3227F1CAD932}" dt="2025-10-27T18:23:59.600" v="9054"/>
          <ac:spMkLst>
            <pc:docMk/>
            <pc:sldMk cId="243341854" sldId="441"/>
            <ac:spMk id="111" creationId="{46EAFEE2-D008-278C-1189-0DCB8770DE7E}"/>
          </ac:spMkLst>
        </pc:spChg>
        <pc:picChg chg="add del">
          <ac:chgData name="MUHAMMAD IRFAN NABYL BIN MOHAMAD YAAKUB" userId="5f5f9c1a-70e9-4026-b845-667d53078a67" providerId="ADAL" clId="{FB0A4625-5635-42D2-81C4-3227F1CAD932}" dt="2025-10-27T18:26:52.923" v="9163" actId="22"/>
          <ac:picMkLst>
            <pc:docMk/>
            <pc:sldMk cId="243341854" sldId="441"/>
            <ac:picMk id="3" creationId="{7EABC58C-AFE9-6069-9A91-BD432DB03422}"/>
          </ac:picMkLst>
        </pc:picChg>
        <pc:picChg chg="mod">
          <ac:chgData name="MUHAMMAD IRFAN NABYL BIN MOHAMAD YAAKUB" userId="5f5f9c1a-70e9-4026-b845-667d53078a67" providerId="ADAL" clId="{FB0A4625-5635-42D2-81C4-3227F1CAD932}" dt="2025-10-27T18:23:53.072" v="9048" actId="14826"/>
          <ac:picMkLst>
            <pc:docMk/>
            <pc:sldMk cId="243341854" sldId="441"/>
            <ac:picMk id="6" creationId="{9F3C823D-282C-B243-4E7F-DEF5FCD2076E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39.407" v="11781" actId="313"/>
        <pc:sldMkLst>
          <pc:docMk/>
          <pc:sldMk cId="1486458705" sldId="442"/>
        </pc:sldMkLst>
        <pc:spChg chg="mod">
          <ac:chgData name="MUHAMMAD IRFAN NABYL BIN MOHAMAD YAAKUB" userId="5f5f9c1a-70e9-4026-b845-667d53078a67" providerId="ADAL" clId="{FB0A4625-5635-42D2-81C4-3227F1CAD932}" dt="2025-10-28T09:28:39.407" v="11781" actId="313"/>
          <ac:spMkLst>
            <pc:docMk/>
            <pc:sldMk cId="1486458705" sldId="442"/>
            <ac:spMk id="110" creationId="{0947104A-1CEF-92D4-5736-7B75933FBDF1}"/>
          </ac:spMkLst>
        </pc:spChg>
        <pc:spChg chg="mod">
          <ac:chgData name="MUHAMMAD IRFAN NABYL BIN MOHAMAD YAAKUB" userId="5f5f9c1a-70e9-4026-b845-667d53078a67" providerId="ADAL" clId="{FB0A4625-5635-42D2-81C4-3227F1CAD932}" dt="2025-10-28T00:57:55.181" v="10497" actId="9"/>
          <ac:spMkLst>
            <pc:docMk/>
            <pc:sldMk cId="1486458705" sldId="442"/>
            <ac:spMk id="111" creationId="{78E10882-7662-74E4-0530-92F54EF967E2}"/>
          </ac:spMkLst>
        </pc:spChg>
        <pc:picChg chg="mod">
          <ac:chgData name="MUHAMMAD IRFAN NABYL BIN MOHAMAD YAAKUB" userId="5f5f9c1a-70e9-4026-b845-667d53078a67" providerId="ADAL" clId="{FB0A4625-5635-42D2-81C4-3227F1CAD932}" dt="2025-10-27T18:27:03.289" v="9165" actId="14826"/>
          <ac:picMkLst>
            <pc:docMk/>
            <pc:sldMk cId="1486458705" sldId="442"/>
            <ac:picMk id="6" creationId="{2346D150-D6E5-0B34-179C-6877F785683C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41.318" v="11787" actId="313"/>
        <pc:sldMkLst>
          <pc:docMk/>
          <pc:sldMk cId="267119704" sldId="443"/>
        </pc:sldMkLst>
        <pc:spChg chg="mod">
          <ac:chgData name="MUHAMMAD IRFAN NABYL BIN MOHAMAD YAAKUB" userId="5f5f9c1a-70e9-4026-b845-667d53078a67" providerId="ADAL" clId="{FB0A4625-5635-42D2-81C4-3227F1CAD932}" dt="2025-10-28T09:28:41.318" v="11787" actId="313"/>
          <ac:spMkLst>
            <pc:docMk/>
            <pc:sldMk cId="267119704" sldId="443"/>
            <ac:spMk id="110" creationId="{CB8E77A1-774E-E537-09B7-8E8512A935E3}"/>
          </ac:spMkLst>
        </pc:spChg>
        <pc:picChg chg="mod">
          <ac:chgData name="MUHAMMAD IRFAN NABYL BIN MOHAMAD YAAKUB" userId="5f5f9c1a-70e9-4026-b845-667d53078a67" providerId="ADAL" clId="{FB0A4625-5635-42D2-81C4-3227F1CAD932}" dt="2025-10-27T18:28:26.344" v="9297" actId="14826"/>
          <ac:picMkLst>
            <pc:docMk/>
            <pc:sldMk cId="267119704" sldId="443"/>
            <ac:picMk id="6" creationId="{21DD5E37-88DD-93D1-4995-E072D7FDD6CC}"/>
          </ac:picMkLst>
        </pc:picChg>
      </pc:sldChg>
      <pc:sldChg chg="delSp modSp add mod">
        <pc:chgData name="MUHAMMAD IRFAN NABYL BIN MOHAMAD YAAKUB" userId="5f5f9c1a-70e9-4026-b845-667d53078a67" providerId="ADAL" clId="{FB0A4625-5635-42D2-81C4-3227F1CAD932}" dt="2025-10-27T18:35:38.892" v="9484" actId="20577"/>
        <pc:sldMkLst>
          <pc:docMk/>
          <pc:sldMk cId="3169668436" sldId="444"/>
        </pc:sldMkLst>
        <pc:spChg chg="mod">
          <ac:chgData name="MUHAMMAD IRFAN NABYL BIN MOHAMAD YAAKUB" userId="5f5f9c1a-70e9-4026-b845-667d53078a67" providerId="ADAL" clId="{FB0A4625-5635-42D2-81C4-3227F1CAD932}" dt="2025-10-27T18:30:12.603" v="9311" actId="20577"/>
          <ac:spMkLst>
            <pc:docMk/>
            <pc:sldMk cId="3169668436" sldId="444"/>
            <ac:spMk id="110" creationId="{1C019A3A-CD54-F868-4F6F-69BD74FFBE0A}"/>
          </ac:spMkLst>
        </pc:spChg>
        <pc:spChg chg="mod">
          <ac:chgData name="MUHAMMAD IRFAN NABYL BIN MOHAMAD YAAKUB" userId="5f5f9c1a-70e9-4026-b845-667d53078a67" providerId="ADAL" clId="{FB0A4625-5635-42D2-81C4-3227F1CAD932}" dt="2025-10-27T18:35:38.892" v="9484" actId="20577"/>
          <ac:spMkLst>
            <pc:docMk/>
            <pc:sldMk cId="3169668436" sldId="444"/>
            <ac:spMk id="111" creationId="{A44E207A-3A25-F67A-E0FB-7A7148789E13}"/>
          </ac:spMkLst>
        </pc:spChg>
        <pc:picChg chg="del">
          <ac:chgData name="MUHAMMAD IRFAN NABYL BIN MOHAMAD YAAKUB" userId="5f5f9c1a-70e9-4026-b845-667d53078a67" providerId="ADAL" clId="{FB0A4625-5635-42D2-81C4-3227F1CAD932}" dt="2025-10-27T18:31:46.308" v="9333" actId="478"/>
          <ac:picMkLst>
            <pc:docMk/>
            <pc:sldMk cId="3169668436" sldId="444"/>
            <ac:picMk id="6" creationId="{6DD7B91C-431B-7D22-427F-ECDD8956669E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43.521" v="11792" actId="313"/>
        <pc:sldMkLst>
          <pc:docMk/>
          <pc:sldMk cId="2836255263" sldId="445"/>
        </pc:sldMkLst>
        <pc:spChg chg="mod">
          <ac:chgData name="MUHAMMAD IRFAN NABYL BIN MOHAMAD YAAKUB" userId="5f5f9c1a-70e9-4026-b845-667d53078a67" providerId="ADAL" clId="{FB0A4625-5635-42D2-81C4-3227F1CAD932}" dt="2025-10-28T09:28:43.521" v="11792" actId="313"/>
          <ac:spMkLst>
            <pc:docMk/>
            <pc:sldMk cId="2836255263" sldId="445"/>
            <ac:spMk id="110" creationId="{18E3FBA2-F768-F5D5-7455-770C04AC2E5B}"/>
          </ac:spMkLst>
        </pc:spChg>
        <pc:spChg chg="mod">
          <ac:chgData name="MUHAMMAD IRFAN NABYL BIN MOHAMAD YAAKUB" userId="5f5f9c1a-70e9-4026-b845-667d53078a67" providerId="ADAL" clId="{FB0A4625-5635-42D2-81C4-3227F1CAD932}" dt="2025-10-27T19:04:03.416" v="9742" actId="9"/>
          <ac:spMkLst>
            <pc:docMk/>
            <pc:sldMk cId="2836255263" sldId="445"/>
            <ac:spMk id="111" creationId="{9F0113B5-C72F-C83E-C53C-DF1E13221C27}"/>
          </ac:spMkLst>
        </pc:spChg>
        <pc:picChg chg="mod">
          <ac:chgData name="MUHAMMAD IRFAN NABYL BIN MOHAMAD YAAKUB" userId="5f5f9c1a-70e9-4026-b845-667d53078a67" providerId="ADAL" clId="{FB0A4625-5635-42D2-81C4-3227F1CAD932}" dt="2025-10-27T19:04:29.650" v="9749" actId="1076"/>
          <ac:picMkLst>
            <pc:docMk/>
            <pc:sldMk cId="2836255263" sldId="445"/>
            <ac:picMk id="3" creationId="{061589C9-43E3-E623-CFFF-CC0222F29E69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43.889" v="11793" actId="313"/>
        <pc:sldMkLst>
          <pc:docMk/>
          <pc:sldMk cId="336149369" sldId="446"/>
        </pc:sldMkLst>
        <pc:spChg chg="mod">
          <ac:chgData name="MUHAMMAD IRFAN NABYL BIN MOHAMAD YAAKUB" userId="5f5f9c1a-70e9-4026-b845-667d53078a67" providerId="ADAL" clId="{FB0A4625-5635-42D2-81C4-3227F1CAD932}" dt="2025-10-28T09:28:43.889" v="11793" actId="313"/>
          <ac:spMkLst>
            <pc:docMk/>
            <pc:sldMk cId="336149369" sldId="446"/>
            <ac:spMk id="110" creationId="{F0582A7D-B767-84FF-93D9-832E2EB18320}"/>
          </ac:spMkLst>
        </pc:spChg>
        <pc:spChg chg="mod">
          <ac:chgData name="MUHAMMAD IRFAN NABYL BIN MOHAMAD YAAKUB" userId="5f5f9c1a-70e9-4026-b845-667d53078a67" providerId="ADAL" clId="{FB0A4625-5635-42D2-81C4-3227F1CAD932}" dt="2025-10-27T19:05:46.893" v="9872" actId="313"/>
          <ac:spMkLst>
            <pc:docMk/>
            <pc:sldMk cId="336149369" sldId="446"/>
            <ac:spMk id="111" creationId="{6E0B1746-D198-4045-CA89-FFE903971CF2}"/>
          </ac:spMkLst>
        </pc:spChg>
        <pc:picChg chg="mod">
          <ac:chgData name="MUHAMMAD IRFAN NABYL BIN MOHAMAD YAAKUB" userId="5f5f9c1a-70e9-4026-b845-667d53078a67" providerId="ADAL" clId="{FB0A4625-5635-42D2-81C4-3227F1CAD932}" dt="2025-10-27T19:04:23.882" v="9748" actId="1076"/>
          <ac:picMkLst>
            <pc:docMk/>
            <pc:sldMk cId="336149369" sldId="446"/>
            <ac:picMk id="3" creationId="{21AB4BF1-DEB3-A30C-590B-76C7040494C0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44.249" v="11794" actId="313"/>
        <pc:sldMkLst>
          <pc:docMk/>
          <pc:sldMk cId="4032736228" sldId="447"/>
        </pc:sldMkLst>
        <pc:spChg chg="mod">
          <ac:chgData name="MUHAMMAD IRFAN NABYL BIN MOHAMAD YAAKUB" userId="5f5f9c1a-70e9-4026-b845-667d53078a67" providerId="ADAL" clId="{FB0A4625-5635-42D2-81C4-3227F1CAD932}" dt="2025-10-28T09:28:44.249" v="11794" actId="313"/>
          <ac:spMkLst>
            <pc:docMk/>
            <pc:sldMk cId="4032736228" sldId="447"/>
            <ac:spMk id="110" creationId="{5108A9D7-D84F-86CD-655C-C24CB00EC2B4}"/>
          </ac:spMkLst>
        </pc:spChg>
        <pc:spChg chg="mod">
          <ac:chgData name="MUHAMMAD IRFAN NABYL BIN MOHAMAD YAAKUB" userId="5f5f9c1a-70e9-4026-b845-667d53078a67" providerId="ADAL" clId="{FB0A4625-5635-42D2-81C4-3227F1CAD932}" dt="2025-10-27T19:06:29.037" v="9948" actId="313"/>
          <ac:spMkLst>
            <pc:docMk/>
            <pc:sldMk cId="4032736228" sldId="447"/>
            <ac:spMk id="111" creationId="{2C06F190-AD94-BA4D-53EA-39282A1EF745}"/>
          </ac:spMkLst>
        </pc:spChg>
        <pc:picChg chg="mod">
          <ac:chgData name="MUHAMMAD IRFAN NABYL BIN MOHAMAD YAAKUB" userId="5f5f9c1a-70e9-4026-b845-667d53078a67" providerId="ADAL" clId="{FB0A4625-5635-42D2-81C4-3227F1CAD932}" dt="2025-10-27T19:06:03.400" v="9876" actId="1076"/>
          <ac:picMkLst>
            <pc:docMk/>
            <pc:sldMk cId="4032736228" sldId="447"/>
            <ac:picMk id="3" creationId="{2481F26B-844C-4F29-42D5-A8933167163D}"/>
          </ac:picMkLst>
        </pc:picChg>
      </pc:sldChg>
      <pc:sldChg chg="modSp add mod">
        <pc:chgData name="MUHAMMAD IRFAN NABYL BIN MOHAMAD YAAKUB" userId="5f5f9c1a-70e9-4026-b845-667d53078a67" providerId="ADAL" clId="{FB0A4625-5635-42D2-81C4-3227F1CAD932}" dt="2025-10-28T09:28:43.128" v="11791" actId="313"/>
        <pc:sldMkLst>
          <pc:docMk/>
          <pc:sldMk cId="276232562" sldId="448"/>
        </pc:sldMkLst>
        <pc:spChg chg="mod">
          <ac:chgData name="MUHAMMAD IRFAN NABYL BIN MOHAMAD YAAKUB" userId="5f5f9c1a-70e9-4026-b845-667d53078a67" providerId="ADAL" clId="{FB0A4625-5635-42D2-81C4-3227F1CAD932}" dt="2025-10-28T09:28:43.128" v="11791" actId="313"/>
          <ac:spMkLst>
            <pc:docMk/>
            <pc:sldMk cId="276232562" sldId="448"/>
            <ac:spMk id="110" creationId="{737E471D-F9B5-9F47-098E-9D142F036CB1}"/>
          </ac:spMkLst>
        </pc:spChg>
        <pc:spChg chg="mod">
          <ac:chgData name="MUHAMMAD IRFAN NABYL BIN MOHAMAD YAAKUB" userId="5f5f9c1a-70e9-4026-b845-667d53078a67" providerId="ADAL" clId="{FB0A4625-5635-42D2-81C4-3227F1CAD932}" dt="2025-10-27T19:08:11.284" v="10048" actId="20577"/>
          <ac:spMkLst>
            <pc:docMk/>
            <pc:sldMk cId="276232562" sldId="448"/>
            <ac:spMk id="111" creationId="{079F114D-4282-E07A-F5C3-75FC10B9212E}"/>
          </ac:spMkLst>
        </pc:spChg>
      </pc:sldChg>
      <pc:sldChg chg="addSp delSp modSp add mod">
        <pc:chgData name="MUHAMMAD IRFAN NABYL BIN MOHAMAD YAAKUB" userId="5f5f9c1a-70e9-4026-b845-667d53078a67" providerId="ADAL" clId="{FB0A4625-5635-42D2-81C4-3227F1CAD932}" dt="2025-10-28T09:28:44.483" v="11795" actId="313"/>
        <pc:sldMkLst>
          <pc:docMk/>
          <pc:sldMk cId="257820551" sldId="449"/>
        </pc:sldMkLst>
        <pc:spChg chg="add del">
          <ac:chgData name="MUHAMMAD IRFAN NABYL BIN MOHAMAD YAAKUB" userId="5f5f9c1a-70e9-4026-b845-667d53078a67" providerId="ADAL" clId="{FB0A4625-5635-42D2-81C4-3227F1CAD932}" dt="2025-10-28T01:16:22.241" v="10794" actId="22"/>
          <ac:spMkLst>
            <pc:docMk/>
            <pc:sldMk cId="257820551" sldId="449"/>
            <ac:spMk id="3" creationId="{B3928EC6-DED8-EE57-AE87-529ADDFD1EF3}"/>
          </ac:spMkLst>
        </pc:spChg>
        <pc:spChg chg="mod">
          <ac:chgData name="MUHAMMAD IRFAN NABYL BIN MOHAMAD YAAKUB" userId="5f5f9c1a-70e9-4026-b845-667d53078a67" providerId="ADAL" clId="{FB0A4625-5635-42D2-81C4-3227F1CAD932}" dt="2025-10-28T09:28:44.483" v="11795" actId="313"/>
          <ac:spMkLst>
            <pc:docMk/>
            <pc:sldMk cId="257820551" sldId="449"/>
            <ac:spMk id="110" creationId="{56BFA490-85DF-74F3-6CA3-BE2D17C7E647}"/>
          </ac:spMkLst>
        </pc:spChg>
        <pc:spChg chg="mod">
          <ac:chgData name="MUHAMMAD IRFAN NABYL BIN MOHAMAD YAAKUB" userId="5f5f9c1a-70e9-4026-b845-667d53078a67" providerId="ADAL" clId="{FB0A4625-5635-42D2-81C4-3227F1CAD932}" dt="2025-10-28T01:16:21.255" v="10793" actId="6549"/>
          <ac:spMkLst>
            <pc:docMk/>
            <pc:sldMk cId="257820551" sldId="449"/>
            <ac:spMk id="111" creationId="{6A7B44D3-01DE-934B-96C0-656A3E1F8154}"/>
          </ac:spMkLst>
        </pc:spChg>
        <pc:picChg chg="del">
          <ac:chgData name="MUHAMMAD IRFAN NABYL BIN MOHAMAD YAAKUB" userId="5f5f9c1a-70e9-4026-b845-667d53078a67" providerId="ADAL" clId="{FB0A4625-5635-42D2-81C4-3227F1CAD932}" dt="2025-10-27T19:09:57.856" v="10061" actId="478"/>
          <ac:picMkLst>
            <pc:docMk/>
            <pc:sldMk cId="257820551" sldId="449"/>
            <ac:picMk id="3" creationId="{7D42EBA5-F8E6-9985-3B82-3ED0206999F2}"/>
          </ac:picMkLst>
        </pc:picChg>
        <pc:picChg chg="add del">
          <ac:chgData name="MUHAMMAD IRFAN NABYL BIN MOHAMAD YAAKUB" userId="5f5f9c1a-70e9-4026-b845-667d53078a67" providerId="ADAL" clId="{FB0A4625-5635-42D2-81C4-3227F1CAD932}" dt="2025-10-27T19:10:20.555" v="10063" actId="478"/>
          <ac:picMkLst>
            <pc:docMk/>
            <pc:sldMk cId="257820551" sldId="449"/>
            <ac:picMk id="6" creationId="{5AE6E4F7-FD40-AF6D-45AA-9A5187A32D9D}"/>
          </ac:picMkLst>
        </pc:picChg>
        <pc:picChg chg="add mod">
          <ac:chgData name="MUHAMMAD IRFAN NABYL BIN MOHAMAD YAAKUB" userId="5f5f9c1a-70e9-4026-b845-667d53078a67" providerId="ADAL" clId="{FB0A4625-5635-42D2-81C4-3227F1CAD932}" dt="2025-10-27T19:16:14.105" v="10197" actId="14826"/>
          <ac:picMkLst>
            <pc:docMk/>
            <pc:sldMk cId="257820551" sldId="449"/>
            <ac:picMk id="8" creationId="{0E43C6F6-B553-6077-1CEE-7D3CC04ED1BB}"/>
          </ac:picMkLst>
        </pc:picChg>
      </pc:sldChg>
      <pc:sldChg chg="modSp add del mod">
        <pc:chgData name="MUHAMMAD IRFAN NABYL BIN MOHAMAD YAAKUB" userId="5f5f9c1a-70e9-4026-b845-667d53078a67" providerId="ADAL" clId="{FB0A4625-5635-42D2-81C4-3227F1CAD932}" dt="2025-10-27T19:17:01.899" v="10222" actId="47"/>
        <pc:sldMkLst>
          <pc:docMk/>
          <pc:sldMk cId="2911980195" sldId="450"/>
        </pc:sldMkLst>
        <pc:spChg chg="mod">
          <ac:chgData name="MUHAMMAD IRFAN NABYL BIN MOHAMAD YAAKUB" userId="5f5f9c1a-70e9-4026-b845-667d53078a67" providerId="ADAL" clId="{FB0A4625-5635-42D2-81C4-3227F1CAD932}" dt="2025-10-27T19:14:59.936" v="10190" actId="20577"/>
          <ac:spMkLst>
            <pc:docMk/>
            <pc:sldMk cId="2911980195" sldId="450"/>
            <ac:spMk id="110" creationId="{A727533A-10E6-43FB-D1B7-DD4274E1781F}"/>
          </ac:spMkLst>
        </pc:spChg>
        <pc:spChg chg="mod">
          <ac:chgData name="MUHAMMAD IRFAN NABYL BIN MOHAMAD YAAKUB" userId="5f5f9c1a-70e9-4026-b845-667d53078a67" providerId="ADAL" clId="{FB0A4625-5635-42D2-81C4-3227F1CAD932}" dt="2025-10-27T19:12:26.340" v="10136" actId="20577"/>
          <ac:spMkLst>
            <pc:docMk/>
            <pc:sldMk cId="2911980195" sldId="450"/>
            <ac:spMk id="111" creationId="{E04DCC74-2B2A-1A23-BF47-8C99A8DF1095}"/>
          </ac:spMkLst>
        </pc:spChg>
      </pc:sldChg>
      <pc:sldChg chg="addSp delSp modSp add mod">
        <pc:chgData name="MUHAMMAD IRFAN NABYL BIN MOHAMAD YAAKUB" userId="5f5f9c1a-70e9-4026-b845-667d53078a67" providerId="ADAL" clId="{FB0A4625-5635-42D2-81C4-3227F1CAD932}" dt="2025-10-28T09:28:44.810" v="11796" actId="313"/>
        <pc:sldMkLst>
          <pc:docMk/>
          <pc:sldMk cId="1354722952" sldId="451"/>
        </pc:sldMkLst>
        <pc:spChg chg="mod">
          <ac:chgData name="MUHAMMAD IRFAN NABYL BIN MOHAMAD YAAKUB" userId="5f5f9c1a-70e9-4026-b845-667d53078a67" providerId="ADAL" clId="{FB0A4625-5635-42D2-81C4-3227F1CAD932}" dt="2025-10-28T09:28:44.810" v="11796" actId="313"/>
          <ac:spMkLst>
            <pc:docMk/>
            <pc:sldMk cId="1354722952" sldId="451"/>
            <ac:spMk id="110" creationId="{863BFC22-2C9A-D06A-308A-6D7321E72728}"/>
          </ac:spMkLst>
        </pc:spChg>
        <pc:spChg chg="mod">
          <ac:chgData name="MUHAMMAD IRFAN NABYL BIN MOHAMAD YAAKUB" userId="5f5f9c1a-70e9-4026-b845-667d53078a67" providerId="ADAL" clId="{FB0A4625-5635-42D2-81C4-3227F1CAD932}" dt="2025-10-27T19:14:33.944" v="10188" actId="313"/>
          <ac:spMkLst>
            <pc:docMk/>
            <pc:sldMk cId="1354722952" sldId="451"/>
            <ac:spMk id="111" creationId="{04738173-EFDA-D976-0EDA-3421CEB754E4}"/>
          </ac:spMkLst>
        </pc:spChg>
        <pc:picChg chg="add mod modCrop">
          <ac:chgData name="MUHAMMAD IRFAN NABYL BIN MOHAMAD YAAKUB" userId="5f5f9c1a-70e9-4026-b845-667d53078a67" providerId="ADAL" clId="{FB0A4625-5635-42D2-81C4-3227F1CAD932}" dt="2025-10-27T19:14:24.655" v="10154" actId="1076"/>
          <ac:picMkLst>
            <pc:docMk/>
            <pc:sldMk cId="1354722952" sldId="451"/>
            <ac:picMk id="3" creationId="{07FDEF19-4674-5E7F-BD53-5E4537761637}"/>
          </ac:picMkLst>
        </pc:picChg>
        <pc:picChg chg="del">
          <ac:chgData name="MUHAMMAD IRFAN NABYL BIN MOHAMAD YAAKUB" userId="5f5f9c1a-70e9-4026-b845-667d53078a67" providerId="ADAL" clId="{FB0A4625-5635-42D2-81C4-3227F1CAD932}" dt="2025-10-27T19:13:58.837" v="10144" actId="478"/>
          <ac:picMkLst>
            <pc:docMk/>
            <pc:sldMk cId="1354722952" sldId="451"/>
            <ac:picMk id="8" creationId="{9481F3FD-7DD9-AAFA-5472-5E72F415E2EE}"/>
          </ac:picMkLst>
        </pc:picChg>
      </pc:sldChg>
      <pc:sldChg chg="addSp delSp modSp add mod">
        <pc:chgData name="MUHAMMAD IRFAN NABYL BIN MOHAMAD YAAKUB" userId="5f5f9c1a-70e9-4026-b845-667d53078a67" providerId="ADAL" clId="{FB0A4625-5635-42D2-81C4-3227F1CAD932}" dt="2025-10-28T09:28:45.844" v="11798" actId="313"/>
        <pc:sldMkLst>
          <pc:docMk/>
          <pc:sldMk cId="2865353739" sldId="452"/>
        </pc:sldMkLst>
        <pc:spChg chg="mod">
          <ac:chgData name="MUHAMMAD IRFAN NABYL BIN MOHAMAD YAAKUB" userId="5f5f9c1a-70e9-4026-b845-667d53078a67" providerId="ADAL" clId="{FB0A4625-5635-42D2-81C4-3227F1CAD932}" dt="2025-10-28T09:28:45.844" v="11798" actId="313"/>
          <ac:spMkLst>
            <pc:docMk/>
            <pc:sldMk cId="2865353739" sldId="452"/>
            <ac:spMk id="110" creationId="{5E1E740D-DE8E-6800-8AE1-4A741E5C6CD5}"/>
          </ac:spMkLst>
        </pc:spChg>
        <pc:spChg chg="mod">
          <ac:chgData name="MUHAMMAD IRFAN NABYL BIN MOHAMAD YAAKUB" userId="5f5f9c1a-70e9-4026-b845-667d53078a67" providerId="ADAL" clId="{FB0A4625-5635-42D2-81C4-3227F1CAD932}" dt="2025-10-28T03:53:56.799" v="10980" actId="20577"/>
          <ac:spMkLst>
            <pc:docMk/>
            <pc:sldMk cId="2865353739" sldId="452"/>
            <ac:spMk id="111" creationId="{6FA0353E-31CA-FA0E-DD3D-243E83CD9B92}"/>
          </ac:spMkLst>
        </pc:spChg>
        <pc:picChg chg="del">
          <ac:chgData name="MUHAMMAD IRFAN NABYL BIN MOHAMAD YAAKUB" userId="5f5f9c1a-70e9-4026-b845-667d53078a67" providerId="ADAL" clId="{FB0A4625-5635-42D2-81C4-3227F1CAD932}" dt="2025-10-28T03:53:15.014" v="10892" actId="478"/>
          <ac:picMkLst>
            <pc:docMk/>
            <pc:sldMk cId="2865353739" sldId="452"/>
            <ac:picMk id="1026" creationId="{8865EC7E-07E3-29F7-9C5F-E90D197DF4C0}"/>
          </ac:picMkLst>
        </pc:picChg>
        <pc:picChg chg="add mod">
          <ac:chgData name="MUHAMMAD IRFAN NABYL BIN MOHAMAD YAAKUB" userId="5f5f9c1a-70e9-4026-b845-667d53078a67" providerId="ADAL" clId="{FB0A4625-5635-42D2-81C4-3227F1CAD932}" dt="2025-10-28T03:56:08.604" v="10986" actId="1076"/>
          <ac:picMkLst>
            <pc:docMk/>
            <pc:sldMk cId="2865353739" sldId="452"/>
            <ac:picMk id="2050" creationId="{065FB44E-DC66-8A2B-A720-422069BEF892}"/>
          </ac:picMkLst>
        </pc:picChg>
      </pc:sldChg>
      <pc:sldChg chg="addSp delSp modSp add mod">
        <pc:chgData name="MUHAMMAD IRFAN NABYL BIN MOHAMAD YAAKUB" userId="5f5f9c1a-70e9-4026-b845-667d53078a67" providerId="ADAL" clId="{FB0A4625-5635-42D2-81C4-3227F1CAD932}" dt="2025-10-28T09:28:46.580" v="11800" actId="313"/>
        <pc:sldMkLst>
          <pc:docMk/>
          <pc:sldMk cId="2278520042" sldId="453"/>
        </pc:sldMkLst>
        <pc:spChg chg="mod">
          <ac:chgData name="MUHAMMAD IRFAN NABYL BIN MOHAMAD YAAKUB" userId="5f5f9c1a-70e9-4026-b845-667d53078a67" providerId="ADAL" clId="{FB0A4625-5635-42D2-81C4-3227F1CAD932}" dt="2025-10-28T09:28:46.580" v="11800" actId="313"/>
          <ac:spMkLst>
            <pc:docMk/>
            <pc:sldMk cId="2278520042" sldId="453"/>
            <ac:spMk id="110" creationId="{53515517-7F83-CFF5-A9C3-C40E4706CD4D}"/>
          </ac:spMkLst>
        </pc:spChg>
        <pc:spChg chg="mod">
          <ac:chgData name="MUHAMMAD IRFAN NABYL BIN MOHAMAD YAAKUB" userId="5f5f9c1a-70e9-4026-b845-667d53078a67" providerId="ADAL" clId="{FB0A4625-5635-42D2-81C4-3227F1CAD932}" dt="2025-10-28T04:02:42.706" v="11234" actId="9"/>
          <ac:spMkLst>
            <pc:docMk/>
            <pc:sldMk cId="2278520042" sldId="453"/>
            <ac:spMk id="111" creationId="{4F5491B1-33E0-C903-9983-15304B26D20A}"/>
          </ac:spMkLst>
        </pc:spChg>
        <pc:picChg chg="del mod">
          <ac:chgData name="MUHAMMAD IRFAN NABYL BIN MOHAMAD YAAKUB" userId="5f5f9c1a-70e9-4026-b845-667d53078a67" providerId="ADAL" clId="{FB0A4625-5635-42D2-81C4-3227F1CAD932}" dt="2025-10-28T04:03:13.869" v="11237" actId="478"/>
          <ac:picMkLst>
            <pc:docMk/>
            <pc:sldMk cId="2278520042" sldId="453"/>
            <ac:picMk id="3" creationId="{26C60755-E4A2-AB89-EC78-30212DB06DC5}"/>
          </ac:picMkLst>
        </pc:picChg>
        <pc:picChg chg="add mod">
          <ac:chgData name="MUHAMMAD IRFAN NABYL BIN MOHAMAD YAAKUB" userId="5f5f9c1a-70e9-4026-b845-667d53078a67" providerId="ADAL" clId="{FB0A4625-5635-42D2-81C4-3227F1CAD932}" dt="2025-10-28T04:03:34.986" v="11246" actId="1076"/>
          <ac:picMkLst>
            <pc:docMk/>
            <pc:sldMk cId="2278520042" sldId="453"/>
            <ac:picMk id="6" creationId="{7F26BEBB-F438-83C8-2DCA-0FA37BD84173}"/>
          </ac:picMkLst>
        </pc:picChg>
      </pc:sldChg>
      <pc:sldChg chg="add del">
        <pc:chgData name="MUHAMMAD IRFAN NABYL BIN MOHAMAD YAAKUB" userId="5f5f9c1a-70e9-4026-b845-667d53078a67" providerId="ADAL" clId="{FB0A4625-5635-42D2-81C4-3227F1CAD932}" dt="2025-10-28T04:04:03.681" v="11248" actId="2890"/>
        <pc:sldMkLst>
          <pc:docMk/>
          <pc:sldMk cId="739486809" sldId="454"/>
        </pc:sldMkLst>
      </pc:sldChg>
      <pc:sldChg chg="addSp delSp modSp add mod">
        <pc:chgData name="MUHAMMAD IRFAN NABYL BIN MOHAMAD YAAKUB" userId="5f5f9c1a-70e9-4026-b845-667d53078a67" providerId="ADAL" clId="{FB0A4625-5635-42D2-81C4-3227F1CAD932}" dt="2025-10-28T09:28:46.760" v="11801" actId="313"/>
        <pc:sldMkLst>
          <pc:docMk/>
          <pc:sldMk cId="2037181107" sldId="454"/>
        </pc:sldMkLst>
        <pc:spChg chg="add mod">
          <ac:chgData name="MUHAMMAD IRFAN NABYL BIN MOHAMAD YAAKUB" userId="5f5f9c1a-70e9-4026-b845-667d53078a67" providerId="ADAL" clId="{FB0A4625-5635-42D2-81C4-3227F1CAD932}" dt="2025-10-28T04:06:00.773" v="11292" actId="1076"/>
          <ac:spMkLst>
            <pc:docMk/>
            <pc:sldMk cId="2037181107" sldId="454"/>
            <ac:spMk id="2" creationId="{CAA1B6B3-4125-215D-C7F7-B3787DEF396D}"/>
          </ac:spMkLst>
        </pc:spChg>
        <pc:spChg chg="mod">
          <ac:chgData name="MUHAMMAD IRFAN NABYL BIN MOHAMAD YAAKUB" userId="5f5f9c1a-70e9-4026-b845-667d53078a67" providerId="ADAL" clId="{FB0A4625-5635-42D2-81C4-3227F1CAD932}" dt="2025-10-28T09:28:46.760" v="11801" actId="313"/>
          <ac:spMkLst>
            <pc:docMk/>
            <pc:sldMk cId="2037181107" sldId="454"/>
            <ac:spMk id="110" creationId="{D5E12955-6EC3-B5FA-11EE-2DAEFD9A064E}"/>
          </ac:spMkLst>
        </pc:spChg>
        <pc:spChg chg="mod">
          <ac:chgData name="MUHAMMAD IRFAN NABYL BIN MOHAMAD YAAKUB" userId="5f5f9c1a-70e9-4026-b845-667d53078a67" providerId="ADAL" clId="{FB0A4625-5635-42D2-81C4-3227F1CAD932}" dt="2025-10-28T04:07:31.081" v="11311" actId="20577"/>
          <ac:spMkLst>
            <pc:docMk/>
            <pc:sldMk cId="2037181107" sldId="454"/>
            <ac:spMk id="111" creationId="{D8BBB7C1-E8AF-CB75-E44A-1B36ABA4392C}"/>
          </ac:spMkLst>
        </pc:spChg>
        <pc:picChg chg="del">
          <ac:chgData name="MUHAMMAD IRFAN NABYL BIN MOHAMAD YAAKUB" userId="5f5f9c1a-70e9-4026-b845-667d53078a67" providerId="ADAL" clId="{FB0A4625-5635-42D2-81C4-3227F1CAD932}" dt="2025-10-28T04:05:04.345" v="11282" actId="478"/>
          <ac:picMkLst>
            <pc:docMk/>
            <pc:sldMk cId="2037181107" sldId="454"/>
            <ac:picMk id="6" creationId="{5541CAFB-98A7-AD15-8342-DEAA47FBDA8B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8T04:09:00.561" v="11321" actId="478"/>
          <ac:picMkLst>
            <pc:docMk/>
            <pc:sldMk cId="2037181107" sldId="454"/>
            <ac:picMk id="7" creationId="{EEF3ACB2-2E60-A1F0-F200-553F5291E53B}"/>
          </ac:picMkLst>
        </pc:picChg>
        <pc:picChg chg="add mod">
          <ac:chgData name="MUHAMMAD IRFAN NABYL BIN MOHAMAD YAAKUB" userId="5f5f9c1a-70e9-4026-b845-667d53078a67" providerId="ADAL" clId="{FB0A4625-5635-42D2-81C4-3227F1CAD932}" dt="2025-10-28T04:09:06.599" v="11322" actId="14826"/>
          <ac:picMkLst>
            <pc:docMk/>
            <pc:sldMk cId="2037181107" sldId="454"/>
            <ac:picMk id="8" creationId="{B7C621D7-5525-C2B4-6794-FD85B3D8F076}"/>
          </ac:picMkLst>
        </pc:picChg>
      </pc:sldChg>
      <pc:sldChg chg="addSp delSp modSp add mod">
        <pc:chgData name="MUHAMMAD IRFAN NABYL BIN MOHAMAD YAAKUB" userId="5f5f9c1a-70e9-4026-b845-667d53078a67" providerId="ADAL" clId="{FB0A4625-5635-42D2-81C4-3227F1CAD932}" dt="2025-10-28T09:28:46.928" v="11802" actId="313"/>
        <pc:sldMkLst>
          <pc:docMk/>
          <pc:sldMk cId="2930036270" sldId="455"/>
        </pc:sldMkLst>
        <pc:spChg chg="mod">
          <ac:chgData name="MUHAMMAD IRFAN NABYL BIN MOHAMAD YAAKUB" userId="5f5f9c1a-70e9-4026-b845-667d53078a67" providerId="ADAL" clId="{FB0A4625-5635-42D2-81C4-3227F1CAD932}" dt="2025-10-28T04:10:54.590" v="11331" actId="13926"/>
          <ac:spMkLst>
            <pc:docMk/>
            <pc:sldMk cId="2930036270" sldId="455"/>
            <ac:spMk id="2" creationId="{36411B8E-A1BC-DEB5-92DE-E8AFA400B83F}"/>
          </ac:spMkLst>
        </pc:spChg>
        <pc:spChg chg="mod">
          <ac:chgData name="MUHAMMAD IRFAN NABYL BIN MOHAMAD YAAKUB" userId="5f5f9c1a-70e9-4026-b845-667d53078a67" providerId="ADAL" clId="{FB0A4625-5635-42D2-81C4-3227F1CAD932}" dt="2025-10-28T09:28:46.928" v="11802" actId="313"/>
          <ac:spMkLst>
            <pc:docMk/>
            <pc:sldMk cId="2930036270" sldId="455"/>
            <ac:spMk id="110" creationId="{199CE73B-4A66-AC33-00F7-EE8E85E7FF8D}"/>
          </ac:spMkLst>
        </pc:spChg>
        <pc:spChg chg="mod">
          <ac:chgData name="MUHAMMAD IRFAN NABYL BIN MOHAMAD YAAKUB" userId="5f5f9c1a-70e9-4026-b845-667d53078a67" providerId="ADAL" clId="{FB0A4625-5635-42D2-81C4-3227F1CAD932}" dt="2025-10-28T04:07:35.768" v="11312"/>
          <ac:spMkLst>
            <pc:docMk/>
            <pc:sldMk cId="2930036270" sldId="455"/>
            <ac:spMk id="111" creationId="{72150E86-F947-E8F3-C6DA-46C8D76138EB}"/>
          </ac:spMkLst>
        </pc:spChg>
        <pc:picChg chg="add mod">
          <ac:chgData name="MUHAMMAD IRFAN NABYL BIN MOHAMAD YAAKUB" userId="5f5f9c1a-70e9-4026-b845-667d53078a67" providerId="ADAL" clId="{FB0A4625-5635-42D2-81C4-3227F1CAD932}" dt="2025-10-28T04:08:46.227" v="11319" actId="1076"/>
          <ac:picMkLst>
            <pc:docMk/>
            <pc:sldMk cId="2930036270" sldId="455"/>
            <ac:picMk id="6" creationId="{3D786CC8-AAD8-48C4-A557-08968134F04E}"/>
          </ac:picMkLst>
        </pc:picChg>
        <pc:picChg chg="del">
          <ac:chgData name="MUHAMMAD IRFAN NABYL BIN MOHAMAD YAAKUB" userId="5f5f9c1a-70e9-4026-b845-667d53078a67" providerId="ADAL" clId="{FB0A4625-5635-42D2-81C4-3227F1CAD932}" dt="2025-10-28T04:08:43.288" v="11318" actId="478"/>
          <ac:picMkLst>
            <pc:docMk/>
            <pc:sldMk cId="2930036270" sldId="455"/>
            <ac:picMk id="7" creationId="{27E32A3E-26A8-A384-EE69-1FCBA2FA1920}"/>
          </ac:picMkLst>
        </pc:picChg>
      </pc:sldChg>
      <pc:sldChg chg="addSp delSp modSp add mod">
        <pc:chgData name="MUHAMMAD IRFAN NABYL BIN MOHAMAD YAAKUB" userId="5f5f9c1a-70e9-4026-b845-667d53078a67" providerId="ADAL" clId="{FB0A4625-5635-42D2-81C4-3227F1CAD932}" dt="2025-10-28T09:28:47.531" v="11803" actId="313"/>
        <pc:sldMkLst>
          <pc:docMk/>
          <pc:sldMk cId="4050852729" sldId="456"/>
        </pc:sldMkLst>
        <pc:spChg chg="mod">
          <ac:chgData name="MUHAMMAD IRFAN NABYL BIN MOHAMAD YAAKUB" userId="5f5f9c1a-70e9-4026-b845-667d53078a67" providerId="ADAL" clId="{FB0A4625-5635-42D2-81C4-3227F1CAD932}" dt="2025-10-28T04:10:28.668" v="11326" actId="13926"/>
          <ac:spMkLst>
            <pc:docMk/>
            <pc:sldMk cId="4050852729" sldId="456"/>
            <ac:spMk id="2" creationId="{2D992E3E-55C2-6611-601D-DCAA6070D936}"/>
          </ac:spMkLst>
        </pc:spChg>
        <pc:spChg chg="mod">
          <ac:chgData name="MUHAMMAD IRFAN NABYL BIN MOHAMAD YAAKUB" userId="5f5f9c1a-70e9-4026-b845-667d53078a67" providerId="ADAL" clId="{FB0A4625-5635-42D2-81C4-3227F1CAD932}" dt="2025-10-28T09:28:47.531" v="11803" actId="313"/>
          <ac:spMkLst>
            <pc:docMk/>
            <pc:sldMk cId="4050852729" sldId="456"/>
            <ac:spMk id="110" creationId="{CB1F84AA-A686-9C17-9E56-ECC74074A388}"/>
          </ac:spMkLst>
        </pc:spChg>
        <pc:picChg chg="mod">
          <ac:chgData name="MUHAMMAD IRFAN NABYL BIN MOHAMAD YAAKUB" userId="5f5f9c1a-70e9-4026-b845-667d53078a67" providerId="ADAL" clId="{FB0A4625-5635-42D2-81C4-3227F1CAD932}" dt="2025-10-28T04:10:45.007" v="11329" actId="14826"/>
          <ac:picMkLst>
            <pc:docMk/>
            <pc:sldMk cId="4050852729" sldId="456"/>
            <ac:picMk id="6" creationId="{8AEC6973-ABAA-9435-4FB0-0F6CFAB2A883}"/>
          </ac:picMkLst>
        </pc:picChg>
        <pc:picChg chg="add del">
          <ac:chgData name="MUHAMMAD IRFAN NABYL BIN MOHAMAD YAAKUB" userId="5f5f9c1a-70e9-4026-b845-667d53078a67" providerId="ADAL" clId="{FB0A4625-5635-42D2-81C4-3227F1CAD932}" dt="2025-10-28T04:10:42.591" v="11328" actId="22"/>
          <ac:picMkLst>
            <pc:docMk/>
            <pc:sldMk cId="4050852729" sldId="456"/>
            <ac:picMk id="7" creationId="{333C08C8-6A0F-FD01-A1CF-8E66CC8918CC}"/>
          </ac:picMkLst>
        </pc:picChg>
      </pc:sldChg>
      <pc:sldChg chg="addSp delSp modSp add mod modShow">
        <pc:chgData name="MUHAMMAD IRFAN NABYL BIN MOHAMAD YAAKUB" userId="5f5f9c1a-70e9-4026-b845-667d53078a67" providerId="ADAL" clId="{FB0A4625-5635-42D2-81C4-3227F1CAD932}" dt="2025-10-28T09:28:42.305" v="11789" actId="313"/>
        <pc:sldMkLst>
          <pc:docMk/>
          <pc:sldMk cId="1389604347" sldId="457"/>
        </pc:sldMkLst>
        <pc:spChg chg="add mod">
          <ac:chgData name="MUHAMMAD IRFAN NABYL BIN MOHAMAD YAAKUB" userId="5f5f9c1a-70e9-4026-b845-667d53078a67" providerId="ADAL" clId="{FB0A4625-5635-42D2-81C4-3227F1CAD932}" dt="2025-10-28T07:57:30.861" v="11550" actId="14100"/>
          <ac:spMkLst>
            <pc:docMk/>
            <pc:sldMk cId="1389604347" sldId="457"/>
            <ac:spMk id="7" creationId="{AB77033B-BAEC-C9A7-4222-9C10DDBD9FB3}"/>
          </ac:spMkLst>
        </pc:spChg>
        <pc:spChg chg="add mod">
          <ac:chgData name="MUHAMMAD IRFAN NABYL BIN MOHAMAD YAAKUB" userId="5f5f9c1a-70e9-4026-b845-667d53078a67" providerId="ADAL" clId="{FB0A4625-5635-42D2-81C4-3227F1CAD932}" dt="2025-10-28T07:57:35.701" v="11553" actId="14100"/>
          <ac:spMkLst>
            <pc:docMk/>
            <pc:sldMk cId="1389604347" sldId="457"/>
            <ac:spMk id="8" creationId="{ECBD9B43-EB37-F721-7E01-4C972FDDB431}"/>
          </ac:spMkLst>
        </pc:spChg>
        <pc:spChg chg="mod">
          <ac:chgData name="MUHAMMAD IRFAN NABYL BIN MOHAMAD YAAKUB" userId="5f5f9c1a-70e9-4026-b845-667d53078a67" providerId="ADAL" clId="{FB0A4625-5635-42D2-81C4-3227F1CAD932}" dt="2025-10-28T09:28:42.305" v="11789" actId="313"/>
          <ac:spMkLst>
            <pc:docMk/>
            <pc:sldMk cId="1389604347" sldId="457"/>
            <ac:spMk id="110" creationId="{1B12A454-B99B-4655-8523-3DBE4B84C437}"/>
          </ac:spMkLst>
        </pc:spChg>
        <pc:spChg chg="mod">
          <ac:chgData name="MUHAMMAD IRFAN NABYL BIN MOHAMAD YAAKUB" userId="5f5f9c1a-70e9-4026-b845-667d53078a67" providerId="ADAL" clId="{FB0A4625-5635-42D2-81C4-3227F1CAD932}" dt="2025-10-28T07:58:01.782" v="11643" actId="20577"/>
          <ac:spMkLst>
            <pc:docMk/>
            <pc:sldMk cId="1389604347" sldId="457"/>
            <ac:spMk id="111" creationId="{C7E2716F-0796-0CC9-07A3-3336FC840D65}"/>
          </ac:spMkLst>
        </pc:spChg>
        <pc:picChg chg="del mod">
          <ac:chgData name="MUHAMMAD IRFAN NABYL BIN MOHAMAD YAAKUB" userId="5f5f9c1a-70e9-4026-b845-667d53078a67" providerId="ADAL" clId="{FB0A4625-5635-42D2-81C4-3227F1CAD932}" dt="2025-10-28T07:56:11.563" v="11513" actId="478"/>
          <ac:picMkLst>
            <pc:docMk/>
            <pc:sldMk cId="1389604347" sldId="457"/>
            <ac:picMk id="3" creationId="{2F1AFA6B-D593-3BC2-D852-83FBA62F252F}"/>
          </ac:picMkLst>
        </pc:picChg>
        <pc:picChg chg="add mod">
          <ac:chgData name="MUHAMMAD IRFAN NABYL BIN MOHAMAD YAAKUB" userId="5f5f9c1a-70e9-4026-b845-667d53078a67" providerId="ADAL" clId="{FB0A4625-5635-42D2-81C4-3227F1CAD932}" dt="2025-10-28T07:56:18.387" v="11517" actId="1076"/>
          <ac:picMkLst>
            <pc:docMk/>
            <pc:sldMk cId="1389604347" sldId="457"/>
            <ac:picMk id="6" creationId="{A4902784-26E2-64DB-E9DF-AD9A7309C816}"/>
          </ac:picMkLst>
        </pc:picChg>
      </pc:sldChg>
      <pc:sldChg chg="add del">
        <pc:chgData name="MUHAMMAD IRFAN NABYL BIN MOHAMAD YAAKUB" userId="5f5f9c1a-70e9-4026-b845-667d53078a67" providerId="ADAL" clId="{FB0A4625-5635-42D2-81C4-3227F1CAD932}" dt="2025-10-28T08:17:36.649" v="11682" actId="2890"/>
        <pc:sldMkLst>
          <pc:docMk/>
          <pc:sldMk cId="609225225" sldId="458"/>
        </pc:sldMkLst>
      </pc:sldChg>
      <pc:sldChg chg="addSp delSp modSp add mod">
        <pc:chgData name="MUHAMMAD IRFAN NABYL BIN MOHAMAD YAAKUB" userId="5f5f9c1a-70e9-4026-b845-667d53078a67" providerId="ADAL" clId="{FB0A4625-5635-42D2-81C4-3227F1CAD932}" dt="2025-10-28T09:28:48.431" v="11805" actId="313"/>
        <pc:sldMkLst>
          <pc:docMk/>
          <pc:sldMk cId="2252871922" sldId="458"/>
        </pc:sldMkLst>
        <pc:spChg chg="add del mod">
          <ac:chgData name="MUHAMMAD IRFAN NABYL BIN MOHAMAD YAAKUB" userId="5f5f9c1a-70e9-4026-b845-667d53078a67" providerId="ADAL" clId="{FB0A4625-5635-42D2-81C4-3227F1CAD932}" dt="2025-10-28T08:18:39.476" v="11704" actId="478"/>
          <ac:spMkLst>
            <pc:docMk/>
            <pc:sldMk cId="2252871922" sldId="458"/>
            <ac:spMk id="2" creationId="{C17E19D1-80B1-B071-F1DE-717ECD911CA5}"/>
          </ac:spMkLst>
        </pc:spChg>
        <pc:spChg chg="add mod">
          <ac:chgData name="MUHAMMAD IRFAN NABYL BIN MOHAMAD YAAKUB" userId="5f5f9c1a-70e9-4026-b845-667d53078a67" providerId="ADAL" clId="{FB0A4625-5635-42D2-81C4-3227F1CAD932}" dt="2025-10-28T08:38:16.943" v="11718"/>
          <ac:spMkLst>
            <pc:docMk/>
            <pc:sldMk cId="2252871922" sldId="458"/>
            <ac:spMk id="6" creationId="{ACE03339-B740-E6B1-4515-901C6A280709}"/>
          </ac:spMkLst>
        </pc:spChg>
        <pc:spChg chg="add del mod">
          <ac:chgData name="MUHAMMAD IRFAN NABYL BIN MOHAMAD YAAKUB" userId="5f5f9c1a-70e9-4026-b845-667d53078a67" providerId="ADAL" clId="{FB0A4625-5635-42D2-81C4-3227F1CAD932}" dt="2025-10-28T08:23:13.407" v="11717" actId="478"/>
          <ac:spMkLst>
            <pc:docMk/>
            <pc:sldMk cId="2252871922" sldId="458"/>
            <ac:spMk id="10" creationId="{1E8E81EE-F4AF-155E-4BE0-EBBF4185300D}"/>
          </ac:spMkLst>
        </pc:spChg>
        <pc:spChg chg="mod">
          <ac:chgData name="MUHAMMAD IRFAN NABYL BIN MOHAMAD YAAKUB" userId="5f5f9c1a-70e9-4026-b845-667d53078a67" providerId="ADAL" clId="{FB0A4625-5635-42D2-81C4-3227F1CAD932}" dt="2025-10-28T09:28:48.431" v="11805" actId="313"/>
          <ac:spMkLst>
            <pc:docMk/>
            <pc:sldMk cId="2252871922" sldId="458"/>
            <ac:spMk id="110" creationId="{5719E7C4-8F7C-6A8A-E9D3-D4F9264190C7}"/>
          </ac:spMkLst>
        </pc:spChg>
        <pc:spChg chg="del">
          <ac:chgData name="MUHAMMAD IRFAN NABYL BIN MOHAMAD YAAKUB" userId="5f5f9c1a-70e9-4026-b845-667d53078a67" providerId="ADAL" clId="{FB0A4625-5635-42D2-81C4-3227F1CAD932}" dt="2025-10-28T08:23:12.498" v="11716" actId="478"/>
          <ac:spMkLst>
            <pc:docMk/>
            <pc:sldMk cId="2252871922" sldId="458"/>
            <ac:spMk id="111" creationId="{DE9F7C01-7920-5320-AD42-BC3234620DDA}"/>
          </ac:spMkLst>
        </pc:spChg>
        <pc:picChg chg="del">
          <ac:chgData name="MUHAMMAD IRFAN NABYL BIN MOHAMAD YAAKUB" userId="5f5f9c1a-70e9-4026-b845-667d53078a67" providerId="ADAL" clId="{FB0A4625-5635-42D2-81C4-3227F1CAD932}" dt="2025-10-28T08:20:35.306" v="11705" actId="478"/>
          <ac:picMkLst>
            <pc:docMk/>
            <pc:sldMk cId="2252871922" sldId="458"/>
            <ac:picMk id="3" creationId="{05BC4C5C-3680-28FF-5EB4-BD56D09A566D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8T08:38:28.907" v="11719" actId="478"/>
          <ac:picMkLst>
            <pc:docMk/>
            <pc:sldMk cId="2252871922" sldId="458"/>
            <ac:picMk id="8" creationId="{83B7A750-8BD1-7751-9720-1047435AE1B1}"/>
          </ac:picMkLst>
        </pc:picChg>
        <pc:picChg chg="add mod modCrop">
          <ac:chgData name="MUHAMMAD IRFAN NABYL BIN MOHAMAD YAAKUB" userId="5f5f9c1a-70e9-4026-b845-667d53078a67" providerId="ADAL" clId="{FB0A4625-5635-42D2-81C4-3227F1CAD932}" dt="2025-10-28T08:38:58.411" v="11726" actId="732"/>
          <ac:picMkLst>
            <pc:docMk/>
            <pc:sldMk cId="2252871922" sldId="458"/>
            <ac:picMk id="12" creationId="{9BC95EC4-F951-6B03-ACC0-3616D8047DCC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8T08:39:00.463" v="11727" actId="478"/>
          <ac:picMkLst>
            <pc:docMk/>
            <pc:sldMk cId="2252871922" sldId="458"/>
            <ac:picMk id="13" creationId="{B1E6C856-9FB2-3A8D-028A-FC78BE65C86D}"/>
          </ac:picMkLst>
        </pc:picChg>
        <pc:picChg chg="add del">
          <ac:chgData name="MUHAMMAD IRFAN NABYL BIN MOHAMAD YAAKUB" userId="5f5f9c1a-70e9-4026-b845-667d53078a67" providerId="ADAL" clId="{FB0A4625-5635-42D2-81C4-3227F1CAD932}" dt="2025-10-28T08:39:30.210" v="11729" actId="22"/>
          <ac:picMkLst>
            <pc:docMk/>
            <pc:sldMk cId="2252871922" sldId="458"/>
            <ac:picMk id="15" creationId="{DA0DE762-659C-990B-BA6C-C3501DDB8D5D}"/>
          </ac:picMkLst>
        </pc:picChg>
      </pc:sldChg>
      <pc:sldChg chg="addSp delSp modSp add mod">
        <pc:chgData name="MUHAMMAD IRFAN NABYL BIN MOHAMAD YAAKUB" userId="5f5f9c1a-70e9-4026-b845-667d53078a67" providerId="ADAL" clId="{FB0A4625-5635-42D2-81C4-3227F1CAD932}" dt="2025-10-28T09:28:48.711" v="11806" actId="313"/>
        <pc:sldMkLst>
          <pc:docMk/>
          <pc:sldMk cId="3095002672" sldId="459"/>
        </pc:sldMkLst>
        <pc:spChg chg="mod">
          <ac:chgData name="MUHAMMAD IRFAN NABYL BIN MOHAMAD YAAKUB" userId="5f5f9c1a-70e9-4026-b845-667d53078a67" providerId="ADAL" clId="{FB0A4625-5635-42D2-81C4-3227F1CAD932}" dt="2025-10-28T09:24:06.472" v="11750"/>
          <ac:spMkLst>
            <pc:docMk/>
            <pc:sldMk cId="3095002672" sldId="459"/>
            <ac:spMk id="6" creationId="{18CECC94-AC61-E921-D843-A0015EBA46EA}"/>
          </ac:spMkLst>
        </pc:spChg>
        <pc:spChg chg="add del mod">
          <ac:chgData name="MUHAMMAD IRFAN NABYL BIN MOHAMAD YAAKUB" userId="5f5f9c1a-70e9-4026-b845-667d53078a67" providerId="ADAL" clId="{FB0A4625-5635-42D2-81C4-3227F1CAD932}" dt="2025-10-28T09:24:49.356" v="11762" actId="478"/>
          <ac:spMkLst>
            <pc:docMk/>
            <pc:sldMk cId="3095002672" sldId="459"/>
            <ac:spMk id="7" creationId="{2F97E987-7489-DAD7-C9FB-910C38364244}"/>
          </ac:spMkLst>
        </pc:spChg>
        <pc:spChg chg="add del mod">
          <ac:chgData name="MUHAMMAD IRFAN NABYL BIN MOHAMAD YAAKUB" userId="5f5f9c1a-70e9-4026-b845-667d53078a67" providerId="ADAL" clId="{FB0A4625-5635-42D2-81C4-3227F1CAD932}" dt="2025-10-28T09:24:52.746" v="11763" actId="478"/>
          <ac:spMkLst>
            <pc:docMk/>
            <pc:sldMk cId="3095002672" sldId="459"/>
            <ac:spMk id="9" creationId="{204F5337-3621-442A-8449-D87E8AF8ADEE}"/>
          </ac:spMkLst>
        </pc:spChg>
        <pc:spChg chg="mod">
          <ac:chgData name="MUHAMMAD IRFAN NABYL BIN MOHAMAD YAAKUB" userId="5f5f9c1a-70e9-4026-b845-667d53078a67" providerId="ADAL" clId="{FB0A4625-5635-42D2-81C4-3227F1CAD932}" dt="2025-10-28T09:28:48.711" v="11806" actId="313"/>
          <ac:spMkLst>
            <pc:docMk/>
            <pc:sldMk cId="3095002672" sldId="459"/>
            <ac:spMk id="110" creationId="{A3AE65A2-C98D-D9D0-AD45-AE77B83832B8}"/>
          </ac:spMkLst>
        </pc:spChg>
        <pc:picChg chg="add mod">
          <ac:chgData name="MUHAMMAD IRFAN NABYL BIN MOHAMAD YAAKUB" userId="5f5f9c1a-70e9-4026-b845-667d53078a67" providerId="ADAL" clId="{FB0A4625-5635-42D2-81C4-3227F1CAD932}" dt="2025-10-28T09:25:11.915" v="11767" actId="14100"/>
          <ac:picMkLst>
            <pc:docMk/>
            <pc:sldMk cId="3095002672" sldId="459"/>
            <ac:picMk id="3" creationId="{E9D92AE4-7D35-BF85-A2AB-5E76175ACB33}"/>
          </ac:picMkLst>
        </pc:picChg>
        <pc:picChg chg="add del mod">
          <ac:chgData name="MUHAMMAD IRFAN NABYL BIN MOHAMAD YAAKUB" userId="5f5f9c1a-70e9-4026-b845-667d53078a67" providerId="ADAL" clId="{FB0A4625-5635-42D2-81C4-3227F1CAD932}" dt="2025-10-28T09:25:12.833" v="11768" actId="478"/>
          <ac:picMkLst>
            <pc:docMk/>
            <pc:sldMk cId="3095002672" sldId="459"/>
            <ac:picMk id="10" creationId="{AE73A783-7E91-8CBD-6422-806191BF7242}"/>
          </ac:picMkLst>
        </pc:picChg>
        <pc:picChg chg="del">
          <ac:chgData name="MUHAMMAD IRFAN NABYL BIN MOHAMAD YAAKUB" userId="5f5f9c1a-70e9-4026-b845-667d53078a67" providerId="ADAL" clId="{FB0A4625-5635-42D2-81C4-3227F1CAD932}" dt="2025-10-28T09:24:30.447" v="11756" actId="478"/>
          <ac:picMkLst>
            <pc:docMk/>
            <pc:sldMk cId="3095002672" sldId="459"/>
            <ac:picMk id="12" creationId="{9B23F7DC-6F53-060D-F02C-85812F27FE3B}"/>
          </ac:picMkLst>
        </pc:picChg>
      </pc:sldChg>
      <pc:sldMasterChg chg="modTransition delSldLayout modSldLayout">
        <pc:chgData name="MUHAMMAD IRFAN NABYL BIN MOHAMAD YAAKUB" userId="5f5f9c1a-70e9-4026-b845-667d53078a67" providerId="ADAL" clId="{FB0A4625-5635-42D2-81C4-3227F1CAD932}" dt="2025-10-27T17:21:40.889" v="5518"/>
        <pc:sldMasterMkLst>
          <pc:docMk/>
          <pc:sldMasterMk cId="0" sldId="2147483658"/>
        </pc:sldMasterMkLst>
        <pc:sldLayoutChg chg="modTransition">
          <pc:chgData name="MUHAMMAD IRFAN NABYL BIN MOHAMAD YAAKUB" userId="5f5f9c1a-70e9-4026-b845-667d53078a67" providerId="ADAL" clId="{FB0A4625-5635-42D2-81C4-3227F1CAD932}" dt="2025-10-27T17:21:40.889" v="5518"/>
          <pc:sldLayoutMkLst>
            <pc:docMk/>
            <pc:sldMasterMk cId="0" sldId="2147483658"/>
            <pc:sldLayoutMk cId="0" sldId="2147483648"/>
          </pc:sldLayoutMkLst>
        </pc:sldLayoutChg>
        <pc:sldLayoutChg chg="modTransition">
          <pc:chgData name="MUHAMMAD IRFAN NABYL BIN MOHAMAD YAAKUB" userId="5f5f9c1a-70e9-4026-b845-667d53078a67" providerId="ADAL" clId="{FB0A4625-5635-42D2-81C4-3227F1CAD932}" dt="2025-10-27T17:21:40.889" v="5518"/>
          <pc:sldLayoutMkLst>
            <pc:docMk/>
            <pc:sldMasterMk cId="0" sldId="2147483658"/>
            <pc:sldLayoutMk cId="0" sldId="2147483649"/>
          </pc:sldLayoutMkLst>
        </pc:sldLayoutChg>
        <pc:sldLayoutChg chg="del">
          <pc:chgData name="MUHAMMAD IRFAN NABYL BIN MOHAMAD YAAKUB" userId="5f5f9c1a-70e9-4026-b845-667d53078a67" providerId="ADAL" clId="{FB0A4625-5635-42D2-81C4-3227F1CAD932}" dt="2025-10-26T13:44:28.776" v="105" actId="47"/>
          <pc:sldLayoutMkLst>
            <pc:docMk/>
            <pc:sldMasterMk cId="0" sldId="2147483658"/>
            <pc:sldLayoutMk cId="0" sldId="2147483652"/>
          </pc:sldLayoutMkLst>
        </pc:sldLayoutChg>
        <pc:sldLayoutChg chg="modTransition">
          <pc:chgData name="MUHAMMAD IRFAN NABYL BIN MOHAMAD YAAKUB" userId="5f5f9c1a-70e9-4026-b845-667d53078a67" providerId="ADAL" clId="{FB0A4625-5635-42D2-81C4-3227F1CAD932}" dt="2025-10-27T17:21:40.889" v="5518"/>
          <pc:sldLayoutMkLst>
            <pc:docMk/>
            <pc:sldMasterMk cId="0" sldId="2147483658"/>
            <pc:sldLayoutMk cId="808892029" sldId="2147483659"/>
          </pc:sldLayoutMkLst>
        </pc:sldLayoutChg>
        <pc:sldLayoutChg chg="modTransition">
          <pc:chgData name="MUHAMMAD IRFAN NABYL BIN MOHAMAD YAAKUB" userId="5f5f9c1a-70e9-4026-b845-667d53078a67" providerId="ADAL" clId="{FB0A4625-5635-42D2-81C4-3227F1CAD932}" dt="2025-10-27T17:21:40.889" v="5518"/>
          <pc:sldLayoutMkLst>
            <pc:docMk/>
            <pc:sldMasterMk cId="0" sldId="2147483658"/>
            <pc:sldLayoutMk cId="4159641993" sldId="2147483660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EBBE047-5C8E-7D93-3E70-14085D189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05AA102-7CAF-04E8-F2BA-EFA1A582A9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DBD33300-E50E-F5B8-5891-5DAA147901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45078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0C647EE-9A56-4F68-EEE8-3D72489C5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072D78C8-E33C-9C2C-A95E-036BE17CC17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3E21C02C-11E0-D31B-68BF-072999F57A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91328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EB0B8E5-0A95-E8F5-557B-D66CED65A2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6CC16A86-B583-0213-2D85-97170C1F5E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3121D46-E827-338A-D125-360C629AA8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7981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F4C94B7-5DD8-CB1C-CA80-8912F935E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F248474-2F1A-7FD9-5965-CC72DA82065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D75AF659-A4A0-7B53-C3E1-59F3B068C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2656128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A4BD05C-B3E1-5EED-0566-2C054CEACB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48FC678-6B4D-7BDF-C98E-FBE51CD27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8B3F6E3-46DE-B533-136E-9756F683D3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916471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8270409-29E8-935A-8FE9-9522FF17B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1C6153A-6297-78B5-8CEE-90FA9AD9A1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BD86B7EA-6DA6-9D14-A6E5-1681F6BEEC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960677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8A8255D0-A477-A898-AD4F-D421FBD6D0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CAAB5D8-E295-C746-EC4E-0D6CB56862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9ECA8581-394F-43BB-1199-EEEF399F5A0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323839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99EFBB3-DD45-B080-B64E-974CF6E8A7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D9FE7DA7-1364-22EF-83CB-61DB0B2B84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D3E829D0-47E2-2827-70B2-EF46E01CC8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242697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840CDCD-5B56-6CFB-E7CF-BC452364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EAC5BFC-9F57-F87E-2B28-E51F679329D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2A3A9D2-C74A-6513-879E-E6D6364BF0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7363707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0B2FF8D-D869-9A6A-D9E5-0DD67F9FD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CFEF3DB-9F9D-730A-08C4-146F95D61EF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E6F240C1-A8DB-7D5F-DA35-DFB7F9FF75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506056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C0C7C2A-CB48-DCE4-79BA-B5BBAE363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87E59C0-11B2-27AC-A8BF-1FAFBFCBDF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B862F6EF-DE39-968E-023F-65103F1165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907438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496BA4C1-08BC-B741-6435-541ADE1B2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4AD7B243-9477-8C59-6167-76A5A7A398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2B77F629-4531-403D-D124-56FE89B3FE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3429801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8364D2D-6F8C-BE04-F523-2517C64EC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95FD1E47-F35A-4BFB-A79A-D8FA182042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77E61085-5D99-1D53-6AB7-E72E6A239F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1137882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46AF4A3-8089-F195-E358-114E4D9934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A1250AB-077F-CCF9-6481-66ADBFCAD5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2F696F3C-D888-02F1-CBE9-CD7B1E2DC8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323799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AC7A2FB-FD96-1BC5-7FC9-B88E6D0AD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2C9C2C34-A834-7EB8-3D0F-42B216CF5F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59B1EFA8-A3A1-AF7C-AF5E-6C24E4A15C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927142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08D30D3-D5F8-DEEC-2D6F-6087AFC3C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CF56A6A-8D95-9977-736E-AAF21AA615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AE147A9F-9735-0D7E-BF69-7D79330FB3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15412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77579A2-7A8B-DA79-CF69-CD2F253F5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4760E8B6-6AD5-ECD9-AFA9-B0F67ACC62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7CF0388-B09F-C595-33A7-261816C838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91420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65D4B2B6-F1B3-143B-F4DD-C14E9E1FEF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FB3A9CEF-D603-F7A3-689E-C150F1032D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87AF6C9D-FACD-FF38-292B-CE5DA06C5F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9896476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5AADA45-8777-F6A7-FE5C-E44CBE93A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8506F1B0-296F-9E3F-F569-521F5BA59C6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11FF2764-B0E0-47D3-8F8A-0226C22D7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15802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890F0B7-0CCB-CEC1-BA9F-191912DCA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8366D57-9597-487E-6813-133E53F5B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9715F47D-ACA2-098B-5648-B840A7116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9807935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3FDAA0F-3F4F-CF6E-FEF8-9C92D4EA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BC2C201-AA5E-DDD7-12FF-AB3A39CC88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752776D7-9B63-1B11-E9C1-AC9ABED546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6374828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B0EC5B2-AD01-05B0-3BA1-FB3812FB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66F4746-23D3-4E96-389E-ADAF70C70F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55BE9984-B5E5-0D0C-F490-C09F67CDF0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0563393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9721733-5434-CE73-FA20-51EB4FB26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E025A52-5FAC-2BCB-A612-2D41097959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90E3E842-D785-99AA-E20E-35714AF3A0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883371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FA3CA5E4-00EE-791F-F78C-5249D29E22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561F8673-7AE2-E874-1EA4-64E7C3D196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141C1745-73A5-B0CD-673C-B47A393010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7628920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699F8BA-BC0C-4BA1-C37A-C9CD5710E5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FC1A04FF-2AD1-0F4A-549A-9A12F638E6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3AE820B2-CD6E-D340-04E4-785008E753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50607504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2E789B-0ED8-99B4-8875-900D1F425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69987A75-A7ED-A15A-FA8E-24156777F5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0930375A-A522-26A3-E8F5-A428D02EF0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7297594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D0FDDE6B-2884-CA4D-F600-4BE2BF9053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7B098E1-A845-23A4-76BD-C9CB3417F8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E8BCC2D8-A7A2-4F40-292F-F6B218A2A6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021635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BB66230-6AB6-D658-95C3-64F6F6DA6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CC2E62E8-4DAE-6A3D-1D68-57A6C42EA1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2482AA3D-AE92-2C24-7B1F-2A131AA7E6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0546350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A4DDEEEF-9059-DEAC-16DE-7045448FEA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8A22E7C4-13F7-0D61-146B-0E08854744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CCBB0F37-F382-1588-DF16-777AD128AA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60872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CD76493-C616-4F31-E037-E6A7DAE3B9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A3F53C61-B4B8-C1D2-108B-67D774B1BA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D4CDF83-1DFC-40BA-E696-7C11F5D451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76563520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18834E14-AA62-D478-D7DC-71565004B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9A52B735-EECB-7BDA-AFFC-D8409D5DC8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101963C6-5AD3-74EF-5613-CAE2848042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51495704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62C58B3-4B19-17DA-1ED7-54ADB82CC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F96EFF2B-2FC8-ED98-9821-BA977ABAF4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E6B90089-136A-8E82-E4D9-8D076B97D6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833303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9C157128-952B-7B7F-A179-6F27C2BACF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D59C6C0C-EEBB-8036-9F78-DEBE41F2E8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1D15D89-ABBA-E19A-8857-50FC1D28D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9195688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008DEEF-4367-A65D-3862-A939DB2BF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297BDEFE-0B06-95B5-C986-55864853C73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16BA84DD-9D01-EE27-D042-3CE620B0C1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509593357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C33D3775-7A8F-E252-3ECB-CFF9F12C9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DBF2A311-C0B9-67E2-CF64-93BF48964C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239D23C-B494-9771-3F70-2FF9B69347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8963419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71FFA974-97EF-6EE5-BBE2-5571089CB5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DC9E6616-F4FE-3BD9-472E-32A1E262A3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1D0874FF-F346-8248-C6C7-9AEE5EE9B7D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849249749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1B77A94-5C88-2EFD-7B69-28DDA388A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8FC2F872-0626-7750-79B1-338DF27760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66BE9696-2ED2-132E-6D60-72875C8BBF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235068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260758A-040E-0130-AE74-074DB0FF6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BADA08B1-C79F-EF6A-ECF9-0626D435A60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8FF2F095-2230-776D-474B-55801E642F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4115522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05C7ECB-1868-67E0-ED15-B1E74D7C50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D1D01BC0-7CED-B7B8-A804-57E12104914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B5965E52-9123-9826-DC8A-DBF79254430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52945740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3520729C-133C-D43E-1B26-4118F1AB4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421FDC5F-3D0C-B8CA-CCE6-18D4BA090A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2353321D-7AD0-C8DF-3C26-9FA5BDBA85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1698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0A87DC2B-8B7E-6B3C-F513-0A8CF3C68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FBD3DCCF-E22A-D366-9825-006D9970E9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D085BDF0-53DF-EA7A-392C-9253D910AD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109720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6A0D594-0194-7C7C-1608-6AC18E020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22E1AA95-5383-B4AB-4C7D-595B1DAF536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AE2BFBB6-589C-9346-E79C-72E78821AD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345371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EA846415-A7DA-EAEB-E62F-68D4EDBF4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385A1988-8DA7-08CC-1242-DC279E6661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AE8671DB-1052-ECD4-F599-1B7579AE641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2996759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36A39B3-3D67-53CD-F8A5-46DA360600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D6358DEE-70C3-2889-A437-8608B2DC0D2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3CECBA98-34C3-F033-1D5F-63C6B3AD9E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873390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52AC3CA4-1BF9-3CB5-2616-E03840107E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EB2A4410-E21D-724F-DA78-11B50E68872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75670717-382E-11C2-935C-CD0104F382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6490462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">
          <a:extLst>
            <a:ext uri="{FF2B5EF4-FFF2-40B4-BE49-F238E27FC236}">
              <a16:creationId xmlns:a16="http://schemas.microsoft.com/office/drawing/2014/main" id="{2499E82A-495A-E202-43AF-B699980C3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:notes">
            <a:extLst>
              <a:ext uri="{FF2B5EF4-FFF2-40B4-BE49-F238E27FC236}">
                <a16:creationId xmlns:a16="http://schemas.microsoft.com/office/drawing/2014/main" id="{76B7C50A-09C8-0F46-592E-A2C10F43EF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p:notes">
            <a:extLst>
              <a:ext uri="{FF2B5EF4-FFF2-40B4-BE49-F238E27FC236}">
                <a16:creationId xmlns:a16="http://schemas.microsoft.com/office/drawing/2014/main" id="{73D8BBD7-DD34-F66D-498B-0C9E0E2D5F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7827138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>
          <a:extLst>
            <a:ext uri="{FF2B5EF4-FFF2-40B4-BE49-F238E27FC236}">
              <a16:creationId xmlns:a16="http://schemas.microsoft.com/office/drawing/2014/main" id="{503193C7-E2DC-421F-9ADE-E7762D675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5ed75ccf_022:notes">
            <a:extLst>
              <a:ext uri="{FF2B5EF4-FFF2-40B4-BE49-F238E27FC236}">
                <a16:creationId xmlns:a16="http://schemas.microsoft.com/office/drawing/2014/main" id="{AB9E63B8-17A0-1EF1-3FDF-19B2125882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5ed75ccf_022:notes">
            <a:extLst>
              <a:ext uri="{FF2B5EF4-FFF2-40B4-BE49-F238E27FC236}">
                <a16:creationId xmlns:a16="http://schemas.microsoft.com/office/drawing/2014/main" id="{A7FD2AEF-CC98-0F0E-4999-02F4FB5C71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472121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700185" y="1991850"/>
            <a:ext cx="58074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1pPr>
            <a:lvl2pPr lvl="1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2pPr>
            <a:lvl3pPr lvl="2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3pPr>
            <a:lvl4pPr lvl="3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4pPr>
            <a:lvl5pPr lvl="4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5pPr>
            <a:lvl6pPr lvl="5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6pPr>
            <a:lvl7pPr lvl="6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7pPr>
            <a:lvl8pPr lvl="7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8pPr>
            <a:lvl9pPr lvl="8">
              <a:spcBef>
                <a:spcPts val="0"/>
              </a:spcBef>
              <a:spcAft>
                <a:spcPts val="0"/>
              </a:spcAft>
              <a:buSzPts val="5800"/>
              <a:buNone/>
              <a:defRPr sz="5800" b="1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7337531" y="463007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7790243" y="4182401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8893253" y="3333348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>
            <a:off x="8771302" y="4923775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Google Shape;15;p2"/>
          <p:cNvSpPr/>
          <p:nvPr/>
        </p:nvSpPr>
        <p:spPr>
          <a:xfrm>
            <a:off x="2386266" y="508134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479460" y="2703980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>
            <a:off x="261540" y="643097"/>
            <a:ext cx="96300" cy="960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>
            <a:off x="507235" y="1080863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>
            <a:off x="8314019" y="3625322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>
            <a:off x="8882858" y="4186761"/>
            <a:ext cx="144300" cy="1440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2"/>
          <p:cNvSpPr/>
          <p:nvPr/>
        </p:nvSpPr>
        <p:spPr>
          <a:xfrm>
            <a:off x="158313" y="1596559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2"/>
          <p:cNvSpPr/>
          <p:nvPr/>
        </p:nvSpPr>
        <p:spPr>
          <a:xfrm>
            <a:off x="1396483" y="226428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>
            <a:off x="617492" y="2000594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/>
          <p:nvPr/>
        </p:nvSpPr>
        <p:spPr>
          <a:xfrm>
            <a:off x="3425273" y="387880"/>
            <a:ext cx="57600" cy="5760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2"/>
          <p:cNvSpPr/>
          <p:nvPr/>
        </p:nvSpPr>
        <p:spPr>
          <a:xfrm>
            <a:off x="8014029" y="4567546"/>
            <a:ext cx="192600" cy="192300"/>
          </a:xfrm>
          <a:prstGeom prst="ellipse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"/>
          <p:cNvSpPr txBox="1">
            <a:spLocks noGrp="1"/>
          </p:cNvSpPr>
          <p:nvPr>
            <p:ph type="ctrTitle"/>
          </p:nvPr>
        </p:nvSpPr>
        <p:spPr>
          <a:xfrm>
            <a:off x="1546025" y="1754794"/>
            <a:ext cx="58326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2pPr>
            <a:lvl3pPr lvl="2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3pPr>
            <a:lvl4pPr lvl="3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4pPr>
            <a:lvl5pPr lvl="4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5pPr>
            <a:lvl6pPr lvl="5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6pPr>
            <a:lvl7pPr lvl="6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7pPr>
            <a:lvl8pPr lvl="7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8pPr>
            <a:lvl9pPr lvl="8" rtl="0">
              <a:spcBef>
                <a:spcPts val="0"/>
              </a:spcBef>
              <a:spcAft>
                <a:spcPts val="0"/>
              </a:spcAft>
              <a:buSzPts val="4400"/>
              <a:buNone/>
              <a:defRPr sz="4400" b="1"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ubTitle" idx="1"/>
          </p:nvPr>
        </p:nvSpPr>
        <p:spPr>
          <a:xfrm>
            <a:off x="1546025" y="3011511"/>
            <a:ext cx="58326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None/>
              <a:defRPr sz="3000">
                <a:solidFill>
                  <a:schemeClr val="accent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088920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5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◎"/>
              <a:defRPr sz="24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◉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○"/>
              <a:defRPr sz="2400"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■"/>
              <a:defRPr sz="2400"/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59641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Roboto Slab"/>
              <a:buNone/>
              <a:defRPr sz="2000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86150" y="126170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r">
              <a:buNone/>
              <a:defRPr sz="1300" b="1">
                <a:solidFill>
                  <a:schemeClr val="accent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Roboto Slab"/>
              <a:ea typeface="Roboto Slab"/>
              <a:cs typeface="Roboto Slab"/>
              <a:sym typeface="Roboto Slab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60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emf"/><Relationship Id="rId4" Type="http://schemas.openxmlformats.org/officeDocument/2006/relationships/image" Target="../media/image21.emf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7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2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5.png"/><Relationship Id="rId4" Type="http://schemas.openxmlformats.org/officeDocument/2006/relationships/image" Target="../media/image34.e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2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3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4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5.png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1B0E2E48-9745-2359-D43D-97336F45A2D3}"/>
              </a:ext>
            </a:extLst>
          </p:cNvPr>
          <p:cNvSpPr txBox="1">
            <a:spLocks/>
          </p:cNvSpPr>
          <p:nvPr/>
        </p:nvSpPr>
        <p:spPr>
          <a:xfrm>
            <a:off x="2595355" y="9585"/>
            <a:ext cx="3953295" cy="507801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ctr">
              <a:buFont typeface="Source Sans Pro"/>
              <a:buNone/>
            </a:pPr>
            <a:r>
              <a:rPr lang="en-US" sz="1600" b="1" noProof="1"/>
              <a:t>TMA3084 Software Engineering Lab (G01)</a:t>
            </a:r>
          </a:p>
        </p:txBody>
      </p:sp>
      <p:sp>
        <p:nvSpPr>
          <p:cNvPr id="70" name="Google Shape;70;p12"/>
          <p:cNvSpPr txBox="1">
            <a:spLocks noGrp="1"/>
          </p:cNvSpPr>
          <p:nvPr>
            <p:ph type="ctrTitle"/>
          </p:nvPr>
        </p:nvSpPr>
        <p:spPr>
          <a:xfrm>
            <a:off x="0" y="879009"/>
            <a:ext cx="9144001" cy="1477297"/>
          </a:xfrm>
          <a:prstGeom prst="rect">
            <a:avLst/>
          </a:prstGeom>
        </p:spPr>
        <p:txBody>
          <a:bodyPr spcFirstLastPara="1" wrap="square" lIns="914400" tIns="91425" rIns="914400" bIns="91425" anchor="ctr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noProof="1"/>
              <a:t>Lab 02 Lesson 04</a:t>
            </a:r>
            <a:br>
              <a:rPr lang="en-US" sz="2800" noProof="1"/>
            </a:br>
            <a:br>
              <a:rPr lang="en-US" sz="2800" noProof="1"/>
            </a:br>
            <a:r>
              <a:rPr lang="en-US" sz="2800" b="0" noProof="1"/>
              <a:t>Introduction to Flutter</a:t>
            </a:r>
          </a:p>
        </p:txBody>
      </p:sp>
      <p:pic>
        <p:nvPicPr>
          <p:cNvPr id="3" name="Picture 2" descr="A black and blue logo&#10;&#10;AI-generated content may be incorrect.">
            <a:extLst>
              <a:ext uri="{FF2B5EF4-FFF2-40B4-BE49-F238E27FC236}">
                <a16:creationId xmlns:a16="http://schemas.microsoft.com/office/drawing/2014/main" id="{F2E8E5F2-D524-FC3C-9275-FEECE1E788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7" name="Google Shape;87;p14">
            <a:extLst>
              <a:ext uri="{FF2B5EF4-FFF2-40B4-BE49-F238E27FC236}">
                <a16:creationId xmlns:a16="http://schemas.microsoft.com/office/drawing/2014/main" id="{EB7381B7-BF6D-DFBC-ACBE-2D53885689C4}"/>
              </a:ext>
            </a:extLst>
          </p:cNvPr>
          <p:cNvSpPr txBox="1">
            <a:spLocks/>
          </p:cNvSpPr>
          <p:nvPr/>
        </p:nvSpPr>
        <p:spPr>
          <a:xfrm>
            <a:off x="2180976" y="2571750"/>
            <a:ext cx="4782048" cy="1800463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 algn="ctr">
              <a:buFont typeface="Source Sans Pro"/>
              <a:buNone/>
            </a:pPr>
            <a:r>
              <a:rPr lang="en-US" sz="1600" b="1" noProof="1"/>
              <a:t>Lab Demonstrator</a:t>
            </a:r>
          </a:p>
          <a:p>
            <a:pPr marL="0" indent="0" algn="ctr">
              <a:buFont typeface="Source Sans Pro"/>
              <a:buNone/>
            </a:pPr>
            <a:r>
              <a:rPr lang="en-US" sz="1600" noProof="1"/>
              <a:t>Muhammad Irfan Nabyl bin Mohamad Yaakub (84712)</a:t>
            </a:r>
          </a:p>
          <a:p>
            <a:pPr marL="0" indent="0" algn="ctr">
              <a:buFont typeface="Source Sans Pro"/>
              <a:buNone/>
            </a:pPr>
            <a:endParaRPr lang="en-US" sz="1600" noProof="1"/>
          </a:p>
          <a:p>
            <a:pPr marL="0" indent="0" algn="ctr">
              <a:buFont typeface="Source Sans Pro"/>
              <a:buNone/>
            </a:pPr>
            <a:r>
              <a:rPr lang="en-US" sz="1600" b="1" noProof="1"/>
              <a:t>Lecturer</a:t>
            </a:r>
          </a:p>
          <a:p>
            <a:pPr marL="0" indent="0" algn="ctr">
              <a:buFont typeface="Source Sans Pro"/>
              <a:buNone/>
            </a:pPr>
            <a:r>
              <a:rPr lang="en-US" sz="1600" noProof="1"/>
              <a:t>Ts Nurfauza binti Jali</a:t>
            </a:r>
          </a:p>
        </p:txBody>
      </p:sp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FFF35418-BBC9-D976-6BC2-F17CE2E2A12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10;p17">
            <a:extLst>
              <a:ext uri="{FF2B5EF4-FFF2-40B4-BE49-F238E27FC236}">
                <a16:creationId xmlns:a16="http://schemas.microsoft.com/office/drawing/2014/main" id="{4AF5FB3C-6B62-77A7-3690-7DD0748A0F6B}"/>
              </a:ext>
            </a:extLst>
          </p:cNvPr>
          <p:cNvSpPr txBox="1">
            <a:spLocks/>
          </p:cNvSpPr>
          <p:nvPr/>
        </p:nvSpPr>
        <p:spPr>
          <a:xfrm>
            <a:off x="786150" y="308120"/>
            <a:ext cx="7571700" cy="7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400"/>
              <a:buFont typeface="Roboto Slab"/>
              <a:buNone/>
              <a:defRPr sz="4400" b="1" i="0" u="none" strike="noStrike" cap="none">
                <a:solidFill>
                  <a:schemeClr val="accent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>
            <a:r>
              <a:rPr lang="en-US" sz="2800" noProof="1"/>
              <a:t>Table of Contents</a:t>
            </a:r>
          </a:p>
        </p:txBody>
      </p:sp>
      <p:sp>
        <p:nvSpPr>
          <p:cNvPr id="7" name="Google Shape;111;p17">
            <a:extLst>
              <a:ext uri="{FF2B5EF4-FFF2-40B4-BE49-F238E27FC236}">
                <a16:creationId xmlns:a16="http://schemas.microsoft.com/office/drawing/2014/main" id="{8D3A46E9-C49E-BBC2-7375-83E4A9118D31}"/>
              </a:ext>
            </a:extLst>
          </p:cNvPr>
          <p:cNvSpPr txBox="1">
            <a:spLocks/>
          </p:cNvSpPr>
          <p:nvPr/>
        </p:nvSpPr>
        <p:spPr>
          <a:xfrm>
            <a:off x="786150" y="1010720"/>
            <a:ext cx="7571700" cy="35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numCol="2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00"/>
              <a:buFont typeface="Source Sans Pro"/>
              <a:buNone/>
              <a:defRPr sz="3000" b="0" i="0" u="none" strike="noStrike" cap="none">
                <a:solidFill>
                  <a:schemeClr val="accent3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Understanding Flutter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Flutter Framework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Android Studio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Flutter SDK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Installing and Configuring Flutter SDK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Creating a New Flutter Project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Setup an Android Virtual Device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Run a Flutter App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Installing Flutter on Mac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Test Your Flutter App on iOS Phone with Windows O.S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Android Studio Sugar and Spice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Run your Apps on a Hardware Device (Physical Phone)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Emulator Debug Mode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Introduction to Flutter Widgets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Creating a Flutter App Using Widgets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noProof="1"/>
              <a:t>What is a MaterialApp widget?</a:t>
            </a:r>
          </a:p>
          <a:p>
            <a:pPr indent="-381000">
              <a:spcBef>
                <a:spcPts val="600"/>
              </a:spcBef>
              <a:buSzPts val="2400"/>
              <a:buFont typeface="Source Sans Pro"/>
              <a:buChar char="◎"/>
            </a:pPr>
            <a:r>
              <a:rPr lang="en-US" sz="1600" b="1" noProof="1"/>
              <a:t>Lab 4: Creating a Simple Flutter App</a:t>
            </a:r>
          </a:p>
        </p:txBody>
      </p:sp>
      <p:pic>
        <p:nvPicPr>
          <p:cNvPr id="8" name="Picture 7" descr="A black and blue logo&#10;&#10;AI-generated content may be incorrect.">
            <a:extLst>
              <a:ext uri="{FF2B5EF4-FFF2-40B4-BE49-F238E27FC236}">
                <a16:creationId xmlns:a16="http://schemas.microsoft.com/office/drawing/2014/main" id="{F0CB88BA-F23D-89CA-EF87-D4A7C6AD0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8EC2FC12-B739-2F34-90ED-81496958B3CF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0013926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/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Understanding Flutter (1/2)</a:t>
            </a:r>
            <a:endParaRPr lang="en-US" noProof="1"/>
          </a:p>
        </p:txBody>
      </p:sp>
      <p:sp>
        <p:nvSpPr>
          <p:cNvPr id="111" name="Google Shape;111;p17"/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Google’s SDK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Craft beautiful, fast user experiences for apps from a single codebase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Mobile apps development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Objective-C, Swift, Java, Kotlin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Published to Google Play or App Store</a:t>
            </a:r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020B55F4-CF76-8949-EFCD-2D4CF2FD3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2BD71019-1CEA-2F95-FBD1-3841D03EDE68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2" name="Picture 2" descr="Brand">
            <a:extLst>
              <a:ext uri="{FF2B5EF4-FFF2-40B4-BE49-F238E27FC236}">
                <a16:creationId xmlns:a16="http://schemas.microsoft.com/office/drawing/2014/main" id="{5F1092EC-754F-189B-548F-0159FD887C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1238" y="1010720"/>
            <a:ext cx="3146612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DA48907-8861-9EE3-6B25-1687B1F325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E5651885-225B-C25B-277F-CE470D40F7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Understanding Flutter (2/2) – Features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2CA9A37D-748E-2144-0D95-275E753476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b="1" noProof="1"/>
              <a:t>Beautiful UI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Design without limitation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High multimedia control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UI toolkit with widgets</a:t>
            </a:r>
          </a:p>
          <a:p>
            <a:pPr>
              <a:lnSpc>
                <a:spcPct val="150000"/>
              </a:lnSpc>
            </a:pPr>
            <a:r>
              <a:rPr lang="en-US" sz="1600" b="1" noProof="1"/>
              <a:t>Fast Results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Uses open source 2D graphics – Skia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Powered by Dart – enable compiling into mobile application, web, and desktop devices</a:t>
            </a:r>
          </a:p>
          <a:p>
            <a:pPr>
              <a:lnSpc>
                <a:spcPct val="150000"/>
              </a:lnSpc>
            </a:pPr>
            <a:r>
              <a:rPr lang="en-US" sz="1600" b="1" noProof="1"/>
              <a:t>Productive Development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Hot reload – Change code and view result in real time</a:t>
            </a:r>
          </a:p>
          <a:p>
            <a:pPr>
              <a:lnSpc>
                <a:spcPct val="150000"/>
              </a:lnSpc>
            </a:pPr>
            <a:r>
              <a:rPr lang="en-US" sz="1600" b="1" noProof="1"/>
              <a:t>Extensible and Open Model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Works with many development tools</a:t>
            </a:r>
          </a:p>
          <a:p>
            <a:pPr lvl="2">
              <a:lnSpc>
                <a:spcPct val="150000"/>
              </a:lnSpc>
            </a:pPr>
            <a:r>
              <a:rPr lang="en-US" sz="1600" noProof="1"/>
              <a:t>Visual Studio Code, IntelliJ, Android Studio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C1F7A12-2B14-A3FF-D72C-08A77B3B30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61A8C756-5982-3FEE-2397-7A777DCC1D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CA7E87A1-409F-79EA-8557-0D5FECDF7F5A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4808531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8E2E4AD-B7A7-2870-322F-81E0073F4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CE5B2905-A293-7183-4B0D-81F5CC35E8E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Flutter Framework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4AC7A64C-7EA3-47DB-7C1F-F75AA96583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Organised into a series of layers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Framework – most frequently used than other layers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Do more with less code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Use readily available or create custom widgets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Focus more on framework layer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BB02606E-0E3B-AE4F-633C-CC8FED32B9B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5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5EDC1717-7DB5-40B1-5CB8-962C1DABBD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E286CA31-AD4E-E0D7-FCF5-EEFBA3D52109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86C3B69-BFEB-37E7-3517-18E3F63AA2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297" y="1010720"/>
            <a:ext cx="4356703" cy="357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14061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D52D80F-A6F2-C86A-0BC9-57004D429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C24FACEE-E4E0-A227-11EA-17AE04EF12A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noProof="1"/>
              <a:t>Android Studio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8CD87FF3-482A-0566-4239-EB04D10302C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Official IDE for Android app development based on IntelliJ IDEA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96220F83-C604-3B4D-1D26-51F7B8FB73C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6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7B86D3C3-9C17-1EC2-C9F9-4E2C9B3BA2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4788C50D-AA59-EC54-65EF-ABA309DB1D3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1026" name="Picture 2" descr="Google I/O 2024: What's new in Android Development Tools - Google  Developers Blog">
            <a:extLst>
              <a:ext uri="{FF2B5EF4-FFF2-40B4-BE49-F238E27FC236}">
                <a16:creationId xmlns:a16="http://schemas.microsoft.com/office/drawing/2014/main" id="{F879D2F8-CDAB-12AD-50E0-948A86D8B3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746" y="1010720"/>
            <a:ext cx="3071104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4008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914B1144-20E1-61CC-8EF3-FAB30DF4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DA110CC4-6E3E-3528-3A19-65884DE564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MY" b="1" dirty="0"/>
              <a:t>Flutter SDK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A9CABEB5-7F1C-E142-D526-25EA19D2D4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-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42E008CC-3D4A-B8CD-3160-F2FC0944E33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7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354AE895-10C0-3484-A76F-D00541F78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0EEF001F-2F3F-B3B0-6914-AA3D13F5BE3F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1512961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46BFDCB5-0ECB-4641-0DF3-30FC45D2B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71D54316-5AE0-EEEB-88E0-267B4AE4BE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MY" b="1" dirty="0"/>
              <a:t>Installing and Configuring Flutter SDK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A2B4559B-C106-8F9B-B432-7F5A5FF3A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-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F0D8CB80-509E-8D4B-4EB5-ED78087D591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8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DEA3CF83-9D11-6697-395A-9144346F6D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95C486FD-57CB-2FDA-27D7-58B2C701DB5B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5975069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D8AD130-1970-AC6F-1189-7D4AA591A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F891E626-BE6C-5B7A-AAD4-032019CCAB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Creating a New Flutter Project (1/4)</a:t>
            </a:r>
            <a:br>
              <a:rPr lang="en-US" b="1" dirty="0"/>
            </a:br>
            <a:r>
              <a:rPr lang="en-US" sz="1200" b="1" dirty="0"/>
              <a:t>Lab 4: Creating a Simple Flutter App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047CDFCC-0DAE-A9AB-762F-F1858CAA40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Open Android Studio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From sidebar – Click “Projects”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Click “New Flutter Project”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645DE611-2E33-DE73-F7DE-C29D5CD397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9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27667889-A11A-2F02-C5E4-08816180EA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4E840F83-719C-D525-BE22-6B57E14054FF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4A3342-B118-B911-EFFB-D352B0C7BB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9499" y="1010720"/>
            <a:ext cx="4368351" cy="35736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D9144E4-97CD-887E-E991-5EA318CADD3B}"/>
              </a:ext>
            </a:extLst>
          </p:cNvPr>
          <p:cNvSpPr/>
          <p:nvPr/>
        </p:nvSpPr>
        <p:spPr>
          <a:xfrm>
            <a:off x="4041775" y="1679574"/>
            <a:ext cx="1170305" cy="23304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EB4BBFF-42B3-89B8-35B0-F15362F9D839}"/>
              </a:ext>
            </a:extLst>
          </p:cNvPr>
          <p:cNvSpPr/>
          <p:nvPr/>
        </p:nvSpPr>
        <p:spPr>
          <a:xfrm>
            <a:off x="5279390" y="1704656"/>
            <a:ext cx="182880" cy="18288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00" dirty="0"/>
              <a:t>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A6428A5-9FC1-9235-C73F-AF5FA6590460}"/>
              </a:ext>
            </a:extLst>
          </p:cNvPr>
          <p:cNvSpPr/>
          <p:nvPr/>
        </p:nvSpPr>
        <p:spPr>
          <a:xfrm>
            <a:off x="5759450" y="2571750"/>
            <a:ext cx="742950" cy="5524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948716D-6889-3942-0E1A-D9241C76685A}"/>
              </a:ext>
            </a:extLst>
          </p:cNvPr>
          <p:cNvSpPr/>
          <p:nvPr/>
        </p:nvSpPr>
        <p:spPr>
          <a:xfrm>
            <a:off x="6571670" y="2756535"/>
            <a:ext cx="182880" cy="18288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349531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DCB13DA8-1936-1588-34AC-9254F0FE7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6F0B56F0-1F42-1688-79C1-F796F7CCD2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Creating a New Flutter Project (2/4)</a:t>
            </a:r>
            <a:br>
              <a:rPr lang="en-US" b="1" dirty="0"/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1EA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Lab 4: Creating a Simple Flutter App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258FBA90-0B9A-4ED5-5A25-BE9EFBD391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From sidebar – Click “Flutter” from “Generators” section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Click “…”, find, and select “flutter” folder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Default (type in address bar): </a:t>
            </a:r>
            <a:r>
              <a:rPr lang="en-US" sz="16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%USERPROFILE%/develop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Click “Next”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47361E54-9571-9F1B-270E-436DEF5811D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10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2273D59E-22B0-D177-48DB-467D62C21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485B53B8-44EB-3132-4757-195D7610886C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7B41B9-F75B-AB90-C540-497DFB7E402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111" y="1010719"/>
            <a:ext cx="3847739" cy="35736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DDD8435-CDA8-BF78-7878-C61F06C08C85}"/>
              </a:ext>
            </a:extLst>
          </p:cNvPr>
          <p:cNvSpPr/>
          <p:nvPr/>
        </p:nvSpPr>
        <p:spPr>
          <a:xfrm>
            <a:off x="8106379" y="1160870"/>
            <a:ext cx="251471" cy="27169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21892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F1CC0A3-8C92-F621-1E86-72FA4AB11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34ABE33A-E629-D168-9740-E35247F518D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Creating a New Flutter Project (3/4)</a:t>
            </a:r>
            <a:br>
              <a:rPr lang="en-US" b="1" dirty="0"/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1EA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Lab 4: Creating a Simple Flutter App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E7AC0B22-CE83-D9F8-7FF5-7D8B4A0E3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noProof="1"/>
              <a:t>Project name: any (e.g. selab_lab02)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noProof="1"/>
              <a:t>Project location: any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noProof="1"/>
              <a:t>Description: any (e.g. SELab Lab 02)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noProof="1"/>
              <a:t>Project type: Application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noProof="1"/>
              <a:t>Organisation: reversed domain name (e.g. my.unimas)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noProof="1"/>
              <a:t>Android language: Kotlin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noProof="1"/>
              <a:t>Platforms: any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200" noProof="1"/>
              <a:t>Click “Create”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sz="12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F51E596D-BFC9-8184-BF28-30346C150F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11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15F84261-A469-B499-B3F9-BC4A362688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74BEBA8E-56C5-7C4F-ACDB-B07C053E3304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22B1863-2C68-908A-663E-D2590523EA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10111" y="1010719"/>
            <a:ext cx="3847739" cy="3573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51122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D5BF508-4CA2-485C-0159-1FD40D3A66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A0F9FB6A-E727-CFEE-4440-7259A5C9753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Creating a New Flutter Project (4/4)</a:t>
            </a:r>
            <a:br>
              <a:rPr lang="en-US" b="1" dirty="0"/>
            </a:b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0091EA"/>
                </a:solidFill>
                <a:effectLst/>
                <a:uLnTx/>
                <a:uFillTx/>
                <a:latin typeface="Roboto Slab"/>
                <a:ea typeface="Roboto Slab"/>
                <a:cs typeface="Roboto Slab"/>
                <a:sym typeface="Roboto Slab"/>
              </a:rPr>
              <a:t>Lab 4: Creating a Simple Flutter App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BE6FE8FE-7AD5-40F3-0829-8AE5102E88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 startAt="9"/>
            </a:pPr>
            <a:r>
              <a:rPr lang="en-US" sz="1200" noProof="1"/>
              <a:t>Microsoft Defender may affect IDE – Press “Exclude folders”</a:t>
            </a:r>
          </a:p>
          <a:p>
            <a:pPr>
              <a:lnSpc>
                <a:spcPct val="150000"/>
              </a:lnSpc>
              <a:buFont typeface="+mj-lt"/>
              <a:buAutoNum type="arabicPeriod" startAt="9"/>
            </a:pPr>
            <a:r>
              <a:rPr lang="en-US" sz="1200" noProof="1"/>
              <a:t>Done</a:t>
            </a:r>
            <a:r>
              <a:rPr lang="en-MY" sz="1200" noProof="1"/>
              <a:t>🏁</a:t>
            </a:r>
            <a:endParaRPr lang="en-US" sz="12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813E50F9-B996-4DD4-220B-F8671BB962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12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1D253481-4A24-2FF8-A915-12D83DED1E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0E6F047B-7788-1EB1-951A-D5896E47CE56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F52A74-3D63-86D4-A5C5-AB8318BCDC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033572" y="1010719"/>
            <a:ext cx="3324278" cy="3573599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2C425C5A-9BF5-E2AD-81B9-A285647F8B23}"/>
              </a:ext>
            </a:extLst>
          </p:cNvPr>
          <p:cNvSpPr/>
          <p:nvPr/>
        </p:nvSpPr>
        <p:spPr>
          <a:xfrm>
            <a:off x="6943023" y="3751670"/>
            <a:ext cx="1301817" cy="45457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4906033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FA016FD-75A8-4C32-D3D8-801C3AB8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6F63218C-E5CD-73AD-F4E8-720BF932141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Setup an Android Virtual Device (1/8)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B307956F-22C9-F8CD-FEBE-EF2DA3853D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From right sidebar – Click “Device Manager”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21F91395-060E-9195-B22F-D79B8F47F8B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13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9A14E6E0-9510-B188-7713-8837B39183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6F1F28F4-0A73-3CED-F5AC-B89EAB08141A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235B7D0-DA6B-0EAF-36D9-121EEDCEF59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71450" y="1635379"/>
            <a:ext cx="5486400" cy="294894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8331BC4-D735-BFBC-4572-2D2B3099D328}"/>
              </a:ext>
            </a:extLst>
          </p:cNvPr>
          <p:cNvSpPr/>
          <p:nvPr/>
        </p:nvSpPr>
        <p:spPr>
          <a:xfrm>
            <a:off x="8115300" y="2095499"/>
            <a:ext cx="242550" cy="2133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9877992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10B3E6E-E639-364A-7AAD-4484D60F2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D33A2FC7-8A76-C835-59D3-C399B2B40D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Setup an Android Virtual Device (2/8)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E6AA5059-E7C0-8D90-B6DA-1D42CF69479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4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Click “+ (Add a New Device)”, then click “Create Virtual Device”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Skip to step 6 if have a device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B2DDD8CB-D895-065F-C65D-CA8064F2B89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14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4E591C15-F7D4-5170-D8CF-7EF3ECA1D1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D5D2139A-752F-01B0-5C20-819ABFD2E4FD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98F9E3-6F7A-28A8-7230-AFEB4EA77D7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71450" y="1635379"/>
            <a:ext cx="5486400" cy="294894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B17F3F5-94F2-274C-2505-9FD301EA6570}"/>
              </a:ext>
            </a:extLst>
          </p:cNvPr>
          <p:cNvSpPr/>
          <p:nvPr/>
        </p:nvSpPr>
        <p:spPr>
          <a:xfrm>
            <a:off x="6499860" y="2095499"/>
            <a:ext cx="242550" cy="21336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696950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B3A92D4-5013-BD75-58C4-A7B14F3F9F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9A5F06E-E574-311F-D977-A5A83502AD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Setup an Android Virtual Device (3/8)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B2EF546C-659E-79BB-7FCE-180E9245CF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Select preferred device (e.g. Small Phone), then click “Next”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C7ADEF8E-F250-6F93-9822-DCD33379E6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15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083B79B4-6101-AE8E-D7AC-D30F83B95E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7F847D77-8DF2-E207-4EFD-128245302D60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D823731-36B3-FC45-E04F-6FA5BF74592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8438" y="1635379"/>
            <a:ext cx="3849412" cy="2948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6948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F4AE836-7B34-98DE-4CB6-0E5FBD76ED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AF8F09FC-B168-31A4-41F1-DDD8203938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Setup an Android Virtual Device (4/8)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6183B2BD-994B-6824-DE87-FFACD2F1B0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Customise “Device” and “Additional settings”, then Click “Finish”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C831332F-BB43-979C-1573-FFC37F37722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16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4747C4E1-DAA0-4967-8ECB-B884754753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A534C3E2-9638-41DA-BD26-0C0316C5D6C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6E3AD1-9B1E-B71C-95AF-9DD137FE5FA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8438" y="1635379"/>
            <a:ext cx="3849412" cy="29489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89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E790C18-5B06-B56E-7C34-C1CE87274A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F12815E9-9266-7D36-5449-9084DF8133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Setup an Android Virtual Device (5/8)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506FA4FB-482F-B4F5-3307-323832617FA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Accept download and wait until finish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89B1E345-CC4F-2FA7-F5D7-405D4BE142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17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FCB78D8D-47B4-4F0D-A212-6DEC8FB034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83F2EA53-97C0-FC16-5A5F-0DAC00C4DC6B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0229B8-C0CF-6532-A413-33BD7E935D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65580" y="1630808"/>
            <a:ext cx="4092270" cy="29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9871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0424B49-222F-5616-4183-069C5C2B00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BF7E371A-9AC1-1ADD-979D-7754E625D27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Setup an Android Virtual Device (6/8)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3489D760-26FC-2619-8AAF-E193216E8D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Press “</a:t>
            </a:r>
            <a:r>
              <a:rPr lang="en-MY" sz="1600" noProof="1"/>
              <a:t>▶️ (Start)” and be patient</a:t>
            </a: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4899ED1D-B848-9FF3-DCBA-D9B239FCB8A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18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EC285FD4-C11C-5B68-DA83-8AD16BB63A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D254D3A1-8BC9-FC1A-2B64-CFF9895F0452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A8F8637-C4EB-E1A4-8981-DDF97DE806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62944" y="1630808"/>
            <a:ext cx="5494906" cy="29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1813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CD2A024-82FA-E946-DBB5-CCB7ED68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1AEC918-F912-0776-AF8A-29B7F4DD8A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Setup an Android Virtual Device (7/8)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46EAFEE2-D008-278C-1189-0DCB8770DE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MY" sz="1600" noProof="1"/>
              <a:t>Done🏁</a:t>
            </a: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ABD4597F-DB5B-58BE-C668-1A1A8EDE539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19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1E51521C-32D7-C4DF-8CC9-50FE02A512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C8369447-5E0C-842B-1F8C-CCB610C4A29A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3C823D-282C-B243-4E7F-DEF5FCD2076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62944" y="1630808"/>
            <a:ext cx="5494905" cy="29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41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6EB8FC5-BF08-9904-879E-C2D9F7D54E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0947104A-1CEF-92D4-5736-7B75933FBDF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Setup an Android Virtual Device (8/8)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78E10882-7662-74E4-0530-92F54EF967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4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MY" sz="1600" noProof="1"/>
              <a:t>From top bar – Click on “📱” and select activated emulator device or “Restart Flutter Daemon” if not found</a:t>
            </a: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F4F440A4-C2F3-1094-E066-850CC474D0A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20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E61D994E-D47F-B381-9754-0B0F606511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7316AD9F-2002-BA8E-17AA-1545A8A04BC6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46D150-D6E5-0B34-179C-6877F785683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62944" y="1630808"/>
            <a:ext cx="5494905" cy="295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45870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B467C93-D3D9-05E0-33B1-689F6B4357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A7494A7-8691-3A9F-9A8D-205709D4C6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Enable Hardware </a:t>
            </a:r>
            <a:r>
              <a:rPr lang="en-US" b="1" dirty="0" err="1"/>
              <a:t>Virtualisation</a:t>
            </a:r>
            <a:r>
              <a:rPr lang="en-US" b="1" dirty="0"/>
              <a:t> (1/4)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A295C5FC-D7BB-9E63-D839-DF93828E824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600" noProof="1"/>
              <a:t>Open Start Menu (⊞ Win), type to search “features” and click on “Turn Windows features on or off”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D0E7C855-7B84-0D29-905F-2663FBF8B1E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21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28DF7E32-CA6E-CC9A-9E73-AF88C373B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25886370-A1E3-AD59-7F52-E27587BDE6C0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14C7667-0F6F-B1EB-6F54-06C2D8D5C8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4221" y="1010720"/>
            <a:ext cx="3843629" cy="359134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F9D2F75F-E88A-956C-AF30-58F774B0DF85}"/>
              </a:ext>
            </a:extLst>
          </p:cNvPr>
          <p:cNvSpPr/>
          <p:nvPr/>
        </p:nvSpPr>
        <p:spPr>
          <a:xfrm>
            <a:off x="4572000" y="1097280"/>
            <a:ext cx="3703320" cy="28194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06FEE33B-A9B7-0C5E-D1B1-FEFE65595D79}"/>
              </a:ext>
            </a:extLst>
          </p:cNvPr>
          <p:cNvSpPr/>
          <p:nvPr/>
        </p:nvSpPr>
        <p:spPr>
          <a:xfrm>
            <a:off x="8351520" y="1159800"/>
            <a:ext cx="182880" cy="18288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00" dirty="0"/>
              <a:t>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119E4D-E8E4-A8E0-47DD-AC6EC772FA07}"/>
              </a:ext>
            </a:extLst>
          </p:cNvPr>
          <p:cNvSpPr/>
          <p:nvPr/>
        </p:nvSpPr>
        <p:spPr>
          <a:xfrm>
            <a:off x="4572001" y="1798320"/>
            <a:ext cx="1699260" cy="38862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A2D62D6-D65F-CF5E-89EE-75B6454ABFDB}"/>
              </a:ext>
            </a:extLst>
          </p:cNvPr>
          <p:cNvSpPr/>
          <p:nvPr/>
        </p:nvSpPr>
        <p:spPr>
          <a:xfrm>
            <a:off x="6344296" y="1898940"/>
            <a:ext cx="182880" cy="18288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6143234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577D20E-DFC3-BD30-CA4C-393F1B950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4A2D10D1-8126-CB34-D221-4ADB964D6C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Enable Hardware </a:t>
            </a:r>
            <a:r>
              <a:rPr lang="en-US" b="1" dirty="0" err="1"/>
              <a:t>Virtualisation</a:t>
            </a:r>
            <a:r>
              <a:rPr lang="en-US" b="1" dirty="0"/>
              <a:t> (2/4)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2E97B40B-7E3C-FBFF-D8E4-3183F84173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Scroll down, then tick on “Windows Hypervisor Platform”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AMD Ryzen processor – untick on Hyper-V (if visible)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Restart computer</a:t>
            </a:r>
          </a:p>
          <a:p>
            <a:pPr lvl="1">
              <a:lnSpc>
                <a:spcPct val="150000"/>
              </a:lnSpc>
            </a:pPr>
            <a:r>
              <a:rPr lang="en-US" sz="1400" noProof="1"/>
              <a:t>Ready to enter BIOS – Spam “F2”, “F10”, or “Del” button once computer lights are visible or has noise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8375A05B-C582-DDD7-5B3D-DBDC91E3917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22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20F44225-2CB1-C6EF-0F4A-D26A6E3D4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40867696-12B3-0EE6-EA07-4817327EA4B2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759110-7500-9892-0ACE-CFC8E909CC5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46784" y="1010720"/>
            <a:ext cx="3657600" cy="3243365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CE6F928E-BE4D-2E61-6D14-F60477332D58}"/>
              </a:ext>
            </a:extLst>
          </p:cNvPr>
          <p:cNvSpPr/>
          <p:nvPr/>
        </p:nvSpPr>
        <p:spPr>
          <a:xfrm>
            <a:off x="5011420" y="2632402"/>
            <a:ext cx="1770380" cy="174298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4860FD13-CFB4-3282-0B76-7FEDC5D12CE5}"/>
              </a:ext>
            </a:extLst>
          </p:cNvPr>
          <p:cNvSpPr/>
          <p:nvPr/>
        </p:nvSpPr>
        <p:spPr>
          <a:xfrm>
            <a:off x="6858000" y="2623820"/>
            <a:ext cx="182880" cy="18288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00" dirty="0"/>
              <a:t>1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5B006CA4-5F6D-E20C-729D-507A0232FB56}"/>
              </a:ext>
            </a:extLst>
          </p:cNvPr>
          <p:cNvSpPr/>
          <p:nvPr/>
        </p:nvSpPr>
        <p:spPr>
          <a:xfrm>
            <a:off x="7692865" y="3949900"/>
            <a:ext cx="182880" cy="182880"/>
          </a:xfrm>
          <a:prstGeom prst="ellipse">
            <a:avLst/>
          </a:prstGeom>
          <a:ln>
            <a:solidFill>
              <a:srgbClr val="FF0000"/>
            </a:solidFill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MY" sz="1000" dirty="0"/>
              <a:t>2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0423935-29AF-2935-9727-1A449214C200}"/>
              </a:ext>
            </a:extLst>
          </p:cNvPr>
          <p:cNvSpPr/>
          <p:nvPr/>
        </p:nvSpPr>
        <p:spPr>
          <a:xfrm>
            <a:off x="6884194" y="3907631"/>
            <a:ext cx="721519" cy="27384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22626570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7180F71-A301-DEE2-0116-7528F8A146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D1A759CD-82BD-C736-EE26-53F4286755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Enable Hardware </a:t>
            </a:r>
            <a:r>
              <a:rPr lang="en-US" b="1" dirty="0" err="1"/>
              <a:t>Virtualisation</a:t>
            </a:r>
            <a:r>
              <a:rPr lang="en-US" b="1" dirty="0"/>
              <a:t> (3/4)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4DA32A19-5EB3-E554-3399-B04F6DAC19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Intel processor – Go to “Security” tab, then “Virtualization”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Intel (R) Virtualization Technology – Set to “Enable”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Save and exit from BIOS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sz="1400" noProof="1"/>
          </a:p>
          <a:p>
            <a:pPr marL="76200" indent="0">
              <a:lnSpc>
                <a:spcPct val="150000"/>
              </a:lnSpc>
              <a:buNone/>
            </a:pPr>
            <a:r>
              <a:rPr lang="en-US" sz="1400" b="1" noProof="1">
                <a:highlight>
                  <a:srgbClr val="C0C0C0"/>
                </a:highlight>
              </a:rPr>
              <a:t>P.S. </a:t>
            </a:r>
            <a:r>
              <a:rPr lang="en-US" sz="1400" noProof="1">
                <a:highlight>
                  <a:srgbClr val="C0C0C0"/>
                </a:highlight>
              </a:rPr>
              <a:t>Setting steps may be varying from different computer model and BIOS 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D9E9146C-CF8E-43A7-5A55-5A836134DB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23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4B34AFDE-FEA7-0B60-24FB-EC8C6C3C5B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BC863C3C-4C2F-5870-F0C6-591650B78D9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F479CE-6343-5180-2C4F-821798B508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6784" y="1010720"/>
            <a:ext cx="3657600" cy="1555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A3A9851-09A9-6966-2E1D-65BA332127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6784" y="2687668"/>
            <a:ext cx="3657600" cy="789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24705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BDD01D0-71D9-45BA-B49B-3D418C9B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A504572-E724-CD94-7F61-293C31A9A8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Enable Hardware </a:t>
            </a:r>
            <a:r>
              <a:rPr lang="en-US" b="1" dirty="0" err="1"/>
              <a:t>Virtualisation</a:t>
            </a:r>
            <a:r>
              <a:rPr lang="en-US" b="1" dirty="0"/>
              <a:t> (4/4)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C0A06895-BD89-11EF-38AB-1C991DDC61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AMD processor – Go to “MIT” tab, then enter “Advanced Frequency Settings”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Enter “Advanced CPU Core Settings”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“SVM Mode” – Set to “Enabled”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sz="1400" noProof="1"/>
              <a:t>Save and exit from BIOS</a:t>
            </a:r>
          </a:p>
          <a:p>
            <a:pPr marL="76200" indent="0">
              <a:lnSpc>
                <a:spcPct val="150000"/>
              </a:lnSpc>
              <a:buNone/>
            </a:pPr>
            <a:endParaRPr lang="en-US" sz="1400" noProof="1"/>
          </a:p>
          <a:p>
            <a:pPr marL="76200" indent="0">
              <a:lnSpc>
                <a:spcPct val="150000"/>
              </a:lnSpc>
              <a:buNone/>
            </a:pPr>
            <a:r>
              <a:rPr lang="en-US" sz="1400" b="1" noProof="1">
                <a:highlight>
                  <a:srgbClr val="C0C0C0"/>
                </a:highlight>
              </a:rPr>
              <a:t>P.S. </a:t>
            </a:r>
            <a:r>
              <a:rPr lang="en-US" sz="1400" noProof="1">
                <a:highlight>
                  <a:srgbClr val="C0C0C0"/>
                </a:highlight>
              </a:rPr>
              <a:t>Setting steps may be varying from different computer model and BIOS </a:t>
            </a:r>
          </a:p>
          <a:p>
            <a:pPr marL="76200" indent="0">
              <a:lnSpc>
                <a:spcPct val="150000"/>
              </a:lnSpc>
              <a:buNone/>
            </a:pPr>
            <a:endParaRPr lang="en-US" sz="1400" noProof="1"/>
          </a:p>
          <a:p>
            <a:pPr>
              <a:lnSpc>
                <a:spcPct val="150000"/>
              </a:lnSpc>
              <a:buFont typeface="+mj-lt"/>
              <a:buAutoNum type="arabicPeriod"/>
            </a:pPr>
            <a:endParaRPr lang="en-US" sz="14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A9F893E1-4725-2230-DCA9-0AFE8115939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24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EE3EF5F3-ADC6-9760-CF92-51F885A9CE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A2E35E13-EB9D-A15E-FDDC-F28D42A9EBA7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9256975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F61795D6-58C2-35B3-ABC2-8C24DF3A7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4BD0C44-FE11-8F63-74A4-BCA10D7D18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a Flutter App (1/2)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17BFCCA0-66F7-A821-F7E1-F42C68CCD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From top bar – Press “</a:t>
            </a:r>
            <a:r>
              <a:rPr lang="en-MY" sz="1600" noProof="1"/>
              <a:t>▶️ (Run ‘main.dart’)” or press SHIFT + F10 </a:t>
            </a: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DFC6DBDE-C8C4-471D-6ECE-49B1E49465D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25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C1EB9659-6041-7D22-36C2-EB151A90B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06FA0AC7-67F8-15C0-1108-48AD1633F0BD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F6D3CA7-D373-100D-6DE1-3986CB102C1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62944" y="1630808"/>
            <a:ext cx="5494905" cy="295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71277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B5BDC32-601C-CC59-DC98-A5E5D4662A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CB8E77A1-774E-E537-09B7-8E8512A935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a Flutter App (2/2)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CD1CAC9F-003E-0E5F-1F25-777F7388D56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From top bar – Press “</a:t>
            </a:r>
            <a:r>
              <a:rPr lang="en-MY" sz="1600" noProof="1"/>
              <a:t>▶️ (Run ‘main.dart’)” or press SHIFT + F10 </a:t>
            </a: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7BDC4F9-FEBA-3FA9-CD6B-036144B9284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26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4A5EF8AC-AB96-FEB7-B8AF-5A734387C0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959885FA-E7F7-69C3-E7EB-26F234A241D9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DD5E37-88DD-93D1-4995-E072D7FDD6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62945" y="1630808"/>
            <a:ext cx="5494903" cy="295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119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2F80619-F0D9-D0A4-3F85-2CD814EB04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C019A3A-CD54-F868-4F6F-69BD74FFBE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a Flutter App – Hot reload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A44E207A-3A25-F67A-E0FB-7A7148789E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MY" sz="1200" noProof="1"/>
              <a:t>Change the following:</a:t>
            </a:r>
          </a:p>
          <a:p>
            <a:pPr lvl="1">
              <a:lnSpc>
                <a:spcPct val="150000"/>
              </a:lnSpc>
            </a:pPr>
            <a:r>
              <a:rPr lang="en-US" sz="1200" noProof="1"/>
              <a:t>Line 66</a:t>
            </a:r>
          </a:p>
          <a:p>
            <a:pPr lvl="2">
              <a:lnSpc>
                <a:spcPct val="150000"/>
              </a:lnSpc>
            </a:pPr>
            <a:r>
              <a:rPr lang="en-US" sz="1200" noProof="1"/>
              <a:t> _counter++;</a:t>
            </a:r>
          </a:p>
          <a:p>
            <a:pPr lvl="3">
              <a:lnSpc>
                <a:spcPct val="150000"/>
              </a:lnSpc>
            </a:pPr>
            <a:r>
              <a:rPr lang="en-US" sz="1200" noProof="1"/>
              <a:t> _counter+=3;</a:t>
            </a:r>
          </a:p>
          <a:p>
            <a:pPr lvl="1">
              <a:lnSpc>
                <a:spcPct val="150000"/>
              </a:lnSpc>
            </a:pPr>
            <a:r>
              <a:rPr lang="en-US" sz="1200" noProof="1"/>
              <a:t>Line 118</a:t>
            </a:r>
          </a:p>
          <a:p>
            <a:pPr lvl="2">
              <a:lnSpc>
                <a:spcPct val="150000"/>
              </a:lnSpc>
            </a:pPr>
            <a:r>
              <a:rPr lang="en-US" sz="1200" noProof="1"/>
              <a:t>child: const Icon(Icons.add), </a:t>
            </a:r>
          </a:p>
          <a:p>
            <a:pPr lvl="3">
              <a:lnSpc>
                <a:spcPct val="150000"/>
              </a:lnSpc>
            </a:pPr>
            <a:r>
              <a:rPr lang="en-US" sz="1200" noProof="1"/>
              <a:t>child: const Icon(Icons.favorite), </a:t>
            </a:r>
          </a:p>
          <a:p>
            <a:pPr lvl="3">
              <a:lnSpc>
                <a:spcPct val="150000"/>
              </a:lnSpc>
            </a:pPr>
            <a:r>
              <a:rPr lang="en-US" sz="1200" noProof="1"/>
              <a:t>child: const Icon(Icons.battery_charging_full), </a:t>
            </a:r>
          </a:p>
          <a:p>
            <a:pPr lvl="3">
              <a:lnSpc>
                <a:spcPct val="150000"/>
              </a:lnSpc>
            </a:pPr>
            <a:r>
              <a:rPr lang="en-US" sz="1200" noProof="1"/>
              <a:t>child: const Icon(Icons.call), </a:t>
            </a:r>
          </a:p>
          <a:p>
            <a:pPr lvl="1">
              <a:lnSpc>
                <a:spcPct val="150000"/>
              </a:lnSpc>
            </a:pPr>
            <a:r>
              <a:rPr lang="en-US" sz="1200" noProof="1"/>
              <a:t>Save project (CTRL + S) on each change</a:t>
            </a:r>
            <a:endParaRPr lang="en-MY" sz="12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80AAF90B-C2BB-36F3-23DE-8D084F5143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27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7124B8F1-8224-A9D8-043D-3FA5EB520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A93F610F-EAB6-3719-36E4-518B892A72D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316966843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084F47FA-BCC5-5045-5428-5F8E25D76B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6CF76AC4-A8D6-93D6-3547-B62C71D7C2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Installing Flutter on Mac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B30E6DB6-B1E7-7F51-8881-F83DA04DA4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-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29B065C7-3F35-2A55-C34C-47DCE6B0E11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28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9606E41D-85BA-4053-B292-801F064DDD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6E41A670-1640-AD42-02B1-3AC6A943AFDA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1206405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09">
          <a:extLst>
            <a:ext uri="{FF2B5EF4-FFF2-40B4-BE49-F238E27FC236}">
              <a16:creationId xmlns:a16="http://schemas.microsoft.com/office/drawing/2014/main" id="{3B9977EF-AC37-68B0-033E-E3BD2E106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CAB6C9CC-037D-AA00-6B96-218590EA8F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Test Your Flutter App on iOS Phone with Windows O.S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86B05E13-BCA1-C213-479A-9DEA40EF0CA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-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239F29F7-BA59-D781-1739-3831134ED5D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29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FE51A795-DADE-3BFF-BB99-18ED7ACE27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27AE9427-C854-3CBE-98EC-C0DEAC5598BE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2837217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ECF7268-410A-C38B-D732-6E0520A3F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F338ABDF-05CC-E5B1-0111-BA6DC60C0E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Android Studio Sugar and Spice (1/2)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988F340D-0699-1E5B-9F96-9130FE10DE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Customize – Appearance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64667067-AE9C-3B37-5B80-4EDA8799862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30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5C5110C4-9227-71E5-5693-0FD7D8D1EA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F08D3CAF-92FD-2170-EEFA-966648E80693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1A2C66-9626-5EB6-9E15-049D4202BFC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26178" y="1695178"/>
            <a:ext cx="3531672" cy="28891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76776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748E9C6-3DE9-2A67-422B-4D8AEA597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B12A454-B99B-4655-8523-3DBE4B84C4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Android Studio Sugar and Spice (2/2)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C7E2716F-0796-0CC9-07A3-3336FC840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Customize – Language &amp; Framework </a:t>
            </a:r>
            <a:r>
              <a:rPr lang="en-US" sz="1600" noProof="1">
                <a:sym typeface="Wingdings" panose="05000000000000000000" pitchFamily="2" charset="2"/>
              </a:rPr>
              <a:t> </a:t>
            </a:r>
            <a:r>
              <a:rPr lang="en-US" sz="1600" noProof="1"/>
              <a:t>Flutter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Open Flutter project first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Tick on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Perform hot reload on save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Format code on save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F83AC894-AC98-7953-551D-0BDAF89D698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31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D6F80ADE-234D-1D9A-8472-419802B6EF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01F0D826-ED8D-2684-6C6E-45F6EBBF388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902784-26E2-64DB-E9DF-AD9A7309C8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938" y="1695178"/>
            <a:ext cx="3867912" cy="288914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B77033B-BAEC-C9A7-4222-9C10DDBD9FB3}"/>
              </a:ext>
            </a:extLst>
          </p:cNvPr>
          <p:cNvSpPr/>
          <p:nvPr/>
        </p:nvSpPr>
        <p:spPr>
          <a:xfrm>
            <a:off x="5494020" y="3052600"/>
            <a:ext cx="830580" cy="128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ECBD9B43-EB37-F721-7E01-4C972FDDB431}"/>
              </a:ext>
            </a:extLst>
          </p:cNvPr>
          <p:cNvSpPr/>
          <p:nvPr/>
        </p:nvSpPr>
        <p:spPr>
          <a:xfrm>
            <a:off x="5494020" y="3984980"/>
            <a:ext cx="2430780" cy="128750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138960434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AF4811D7-45E4-774C-AECC-5A3EF947B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132B50A-1B73-7B10-6A37-CCDBF05831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your Apps on a Hardware Device (Physical Phone) (1/7)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F597215E-55E8-3D89-3B4F-ED5F02999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Connect smartphone to computer with data transfer-supported USB cable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FA8CC676-FFD3-0BC5-98CC-516805B6959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32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F8DB568F-AF69-82F2-39B2-ADB4518CB4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5F0B960E-146C-F54B-A042-8A6EA85FD9BB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873D89A-3413-6EF6-C222-A0457BC004F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71450" y="2890693"/>
            <a:ext cx="5486400" cy="1693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0927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7573720-98E4-A9CB-B0C8-80F27CABB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737E471D-F9B5-9F47-098E-9D142F036C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your Apps on a Hardware Device (Physical Phone) (2/7)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079F114D-4282-E07A-F5C3-75FC10B921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From smartphone, go to “Settings” </a:t>
            </a:r>
            <a:r>
              <a:rPr lang="en-US" sz="1600" noProof="1">
                <a:sym typeface="Wingdings" panose="05000000000000000000" pitchFamily="2" charset="2"/>
              </a:rPr>
              <a:t> </a:t>
            </a:r>
            <a:r>
              <a:rPr lang="en-US" sz="1600" noProof="1"/>
              <a:t>“About phone” </a:t>
            </a:r>
            <a:r>
              <a:rPr lang="en-US" sz="1600" noProof="1">
                <a:sym typeface="Wingdings" panose="05000000000000000000" pitchFamily="2" charset="2"/>
              </a:rPr>
              <a:t> </a:t>
            </a:r>
            <a:r>
              <a:rPr lang="en-US" sz="1600" noProof="1"/>
              <a:t>“Software information”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CD5D1DB0-74AE-F7E4-9CA4-4B288C4F3AB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33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3BDEB493-89C5-1825-B7A3-E31BF73E76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C3EB0944-05BC-512C-10C5-2F2E680D3487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E6F3AD-EDE1-8ECC-BA64-900879F6B7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99274" y="1630808"/>
            <a:ext cx="4458576" cy="29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325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A1B70DA-38EF-5173-78F8-5F15515F9C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8E3FBA2-F768-F5D5-7455-770C04AC2E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your Apps on a Hardware Device (Physical Phone) (3/7)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9F0113B5-C72F-C83E-C53C-DF1E13221C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Tap “Build number” 7 times until “Developer mode has been turned on” message appears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FB98F6BA-83C3-BDB0-4D41-45461BD0F30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34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7D8EB9AE-CAF3-640C-5657-289452B0BD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0574D239-0B51-5999-A846-668B172348D3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1589C9-43E3-E623-CFFF-CC0222F29E6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277027" y="1630808"/>
            <a:ext cx="4080823" cy="29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25526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396950E9-1411-BAAA-AB07-6E1EF11AF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F0582A7D-B767-84FF-93D9-832E2EB183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your Apps on a Hardware Device (Physical Phone) (4/7)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6E0B1746-D198-4045-CA89-FFE903971C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Go to “Settings” </a:t>
            </a:r>
            <a:r>
              <a:rPr lang="en-US" sz="1600" noProof="1">
                <a:sym typeface="Wingdings" panose="05000000000000000000" pitchFamily="2" charset="2"/>
              </a:rPr>
              <a:t> “Developer options” – Set to “On”  “USB debugging” – Set to “On”</a:t>
            </a: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4AB48308-8D1E-96CC-25E9-2B4548AA27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35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6B0C9EC4-D0EC-6F83-802C-01BCB84D3F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D4EAF27C-458A-B5EE-8C3F-2A2EBB575A93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1AB4BF1-DEB3-A30C-590B-76C7040494C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88375" y="1630808"/>
            <a:ext cx="4469475" cy="29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14936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46DD0F2F-4186-031D-0AA7-701DFDFC1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5108A9D7-D84F-86CD-655C-C24CB00EC2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your Apps on a Hardware Device (Physical Phone) (5/7)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2C06F190-AD94-BA4D-53EA-39282A1EF74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“Allow USB debugging?” </a:t>
            </a:r>
            <a:r>
              <a:rPr lang="en-US" sz="1600" noProof="1">
                <a:sym typeface="Wingdings" panose="05000000000000000000" pitchFamily="2" charset="2"/>
              </a:rPr>
              <a:t> Tap “OK”</a:t>
            </a: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E2A51BD-CE3C-DBC0-81C6-70319E25E4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36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605BF928-B968-055D-AF04-443D76D6F6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E45ADC38-39BB-25CE-BC5B-0F22B16FCB6F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481F26B-844C-4F29-42D5-A893316716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32959" y="1630808"/>
            <a:ext cx="4224891" cy="29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73622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72E38E1D-4D70-EF0F-3BC5-A8BE66FFCC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56BFA490-85DF-74F3-6CA3-BE2D17C7E6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your Apps on a Hardware Device (Physical Phone) (6/7)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6A7B44D3-01DE-934B-96C0-656A3E1F81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From Android Studio and top bar – Select smartphone, then run 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CC7936F1-EDB4-391F-32FA-78BD6A72E4A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37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3C38F8A5-D011-AAF5-DE98-99DEFAAB3F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0F591A4D-8F87-69CD-B0BA-0AF8CDA4B38F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E43C6F6-B553-6077-1CEE-7D3CC04ED1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862944" y="1630808"/>
            <a:ext cx="5494905" cy="29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205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E779677-A931-3A92-E485-5082027AA5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863BFC22-2C9A-D06A-308A-6D7321E727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Run your Apps on a Hardware Device (Physical Phone) (7/7)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04738173-EFDA-D976-0EDA-3421CEB754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1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From smartphone – Tap “Install”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0BC1211C-9033-FB97-CA88-A08F9AF4573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38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53867295-1B3F-5AE8-F2F7-1A56C27635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71E258E4-E843-F871-22DE-C4A939FA17D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FDEF19-4674-5E7F-BD53-5E453776163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64082"/>
          <a:stretch>
            <a:fillRect/>
          </a:stretch>
        </p:blipFill>
        <p:spPr>
          <a:xfrm>
            <a:off x="4704030" y="1630808"/>
            <a:ext cx="3700354" cy="2953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472295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0C49AB5F-38B6-6EDE-B817-DE0C776BB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ED95C3FD-2D35-2B3B-8382-BDDB72A405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Emulator Debug Mode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B5006CD6-0765-2177-4473-70112AD32B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200" noProof="1"/>
              <a:t>“Debug” mode title banner – Not the final version of the app</a:t>
            </a:r>
          </a:p>
          <a:p>
            <a:pPr>
              <a:lnSpc>
                <a:spcPct val="150000"/>
              </a:lnSpc>
            </a:pPr>
            <a:r>
              <a:rPr lang="en-US" sz="1200" noProof="1"/>
              <a:t>Removed on building on real deveice</a:t>
            </a:r>
          </a:p>
          <a:p>
            <a:pPr>
              <a:lnSpc>
                <a:spcPct val="150000"/>
              </a:lnSpc>
            </a:pPr>
            <a:r>
              <a:rPr lang="en-US" sz="1200" noProof="1"/>
              <a:t>To remove:</a:t>
            </a:r>
          </a:p>
          <a:p>
            <a:pPr lvl="1">
              <a:lnSpc>
                <a:spcPct val="150000"/>
              </a:lnSpc>
            </a:pPr>
            <a:r>
              <a:rPr lang="en-US" sz="1200" noProof="1"/>
              <a:t>Add </a:t>
            </a:r>
            <a:r>
              <a:rPr lang="en-US" sz="1200" noProof="1">
                <a:latin typeface="Courier New" panose="02070309020205020404" pitchFamily="49" charset="0"/>
                <a:cs typeface="Courier New" panose="02070309020205020404" pitchFamily="49" charset="0"/>
              </a:rPr>
              <a:t>debugShowCheckedModeBanner: false,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634F37D6-12CB-9DB3-2F58-A3065159F0F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39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77C73DA2-40A5-6CE1-3AEF-F384D53369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60F5C2B9-A8B9-3B5B-7C7A-183F16F95B82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F6B6750-6F2D-ECAC-3852-9043C22907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31689" y="1630808"/>
            <a:ext cx="1472695" cy="29535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36D0CE-C3D2-100B-6B21-3CE8515162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62493" y="1630808"/>
            <a:ext cx="3422662" cy="2953512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2D4E4764-AE88-F92B-BF2F-4FD9207AAD9A}"/>
              </a:ext>
            </a:extLst>
          </p:cNvPr>
          <p:cNvSpPr/>
          <p:nvPr/>
        </p:nvSpPr>
        <p:spPr>
          <a:xfrm>
            <a:off x="3657600" y="4221479"/>
            <a:ext cx="1485900" cy="1600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9156551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5DE94B52-6C1C-47E3-BC30-F8E4C4C84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E541B84C-85D9-E0BF-DC67-91030323197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Introduction to Flutter Widgets (1/2)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CDCC0696-A0DA-9DD4-55A3-5E31D4CB6D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200" noProof="1"/>
              <a:t>Basic building blocks of a Flutter user interface</a:t>
            </a:r>
          </a:p>
          <a:p>
            <a:pPr lvl="1">
              <a:lnSpc>
                <a:spcPct val="150000"/>
              </a:lnSpc>
            </a:pPr>
            <a:r>
              <a:rPr lang="en-US" sz="1200" noProof="1"/>
              <a:t>images, icons, texts, menus, buttons, row, column</a:t>
            </a:r>
          </a:p>
          <a:p>
            <a:pPr>
              <a:lnSpc>
                <a:spcPct val="150000"/>
              </a:lnSpc>
            </a:pPr>
            <a:r>
              <a:rPr lang="en-US" sz="1200" noProof="1"/>
              <a:t>Combine existing widgets to make more sophisticated widgets</a:t>
            </a:r>
          </a:p>
          <a:p>
            <a:pPr lvl="1">
              <a:lnSpc>
                <a:spcPct val="150000"/>
              </a:lnSpc>
            </a:pPr>
            <a:r>
              <a:rPr lang="en-US" sz="1200" noProof="1"/>
              <a:t>e.g. Add three rows inside a column and add an image inside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98CAB4A8-8010-9898-F8E9-B76C11C944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40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2050280B-97A5-84A1-2204-829BF5504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8D190128-45AE-CD75-7115-6E344835B476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1026" name="Picture 2" descr="A diagram that shows widget composition with a series of lines and nodes.">
            <a:extLst>
              <a:ext uri="{FF2B5EF4-FFF2-40B4-BE49-F238E27FC236}">
                <a16:creationId xmlns:a16="http://schemas.microsoft.com/office/drawing/2014/main" id="{0E8C2D02-E993-D4C3-91B9-EF4974625C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226" y="1635409"/>
            <a:ext cx="3849624" cy="18726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21945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832AE79A-FBF8-CC11-6A38-487E2D7C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5E1E740D-DE8E-6800-8AE1-4A741E5C6C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Introduction to Flutter Widgets (2/2)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6FA0353E-31CA-FA0E-DD3D-243E83CD9B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noProof="1"/>
              <a:t>Row and Column -  Classes contain and layout widgets</a:t>
            </a:r>
          </a:p>
          <a:p>
            <a:pPr lvl="1">
              <a:lnSpc>
                <a:spcPct val="150000"/>
              </a:lnSpc>
            </a:pPr>
            <a:r>
              <a:rPr lang="en-US" sz="1400" noProof="1"/>
              <a:t>Parent – Row and Column widgets</a:t>
            </a:r>
          </a:p>
          <a:p>
            <a:pPr lvl="1">
              <a:lnSpc>
                <a:spcPct val="150000"/>
              </a:lnSpc>
            </a:pPr>
            <a:r>
              <a:rPr lang="en-US" sz="1400" noProof="1"/>
              <a:t>Childred – Widgets inside Row and Column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598B2ACF-D1B0-9C54-E986-5DD9130489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41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DAD458C8-5D98-1032-4085-AAFDDEE78E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A610EF73-DE5E-3259-A8FA-124875517BBE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2050" name="Picture 2" descr="A diagram that shows the direction of the main axis and cross axis in both rows and columns">
            <a:extLst>
              <a:ext uri="{FF2B5EF4-FFF2-40B4-BE49-F238E27FC236}">
                <a16:creationId xmlns:a16="http://schemas.microsoft.com/office/drawing/2014/main" id="{065FB44E-DC66-8A2B-A720-422069BEF8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226" y="1286703"/>
            <a:ext cx="3849624" cy="257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5353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6BE363EF-46C1-F3A0-ADB9-8F14D4AAD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25FA642-78A4-9FC8-1C02-104A84F883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Creating a Flutter App Using Widgets (1/5)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C606A8E6-298C-138E-0465-F3214CF61F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Create empty Flutter project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New Project – Change project type to “Empty project”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4881FC7B-A38E-1DD2-E365-1A172A2FE1E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42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4276A569-E988-FADE-F4F6-0EF22F5E7A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ECD5B36D-59FC-1C63-B532-A835CCB04614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B910ACD-750B-79AC-3588-77AAE225F52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08226" y="1067742"/>
            <a:ext cx="3849624" cy="351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99781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E8190FFB-8674-5A54-8948-10C7AEC12F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53515517-7F83-CFF5-A9C3-C40E4706CD4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Creating a Flutter App Using Widgets (2/5)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4F5491B1-33E0-C903-9983-15304B26D2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 marL="76200" indent="0">
              <a:lnSpc>
                <a:spcPct val="150000"/>
              </a:lnSpc>
              <a:buNone/>
            </a:pPr>
            <a:r>
              <a:rPr lang="en-US" sz="1600" noProof="1"/>
              <a:t>main.dart – Delete all code except first line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9C662C11-0D21-C228-8AB0-182C2BD9AC5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43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A003C119-E769-47E1-B997-955F1A8CF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F97CCD46-DE67-1E82-A7ED-9A17E698EBF6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F26BEBB-F438-83C8-2DCA-0FA37BD841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938" y="1532248"/>
            <a:ext cx="3867912" cy="2079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5200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2D1F1A9-6D44-11FA-C88E-440329DD7A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D5E12955-6EC3-B5FA-11EE-2DAEFD9A06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Creating a Flutter App Using Widgets (3/5)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D8BBB7C1-E8AF-CB75-E44A-1B36ABA439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Add the following code: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Run (SHIFT + F10)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ECE99798-6BCB-EF69-C970-FE7A9763D4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44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06ADCBC1-7BB5-1578-7D50-D902E50EFB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13148F7F-1B40-0D73-90D0-73B9637A64A5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CAA1B6B3-4125-215D-C7F7-B3787DEF396D}"/>
              </a:ext>
            </a:extLst>
          </p:cNvPr>
          <p:cNvSpPr txBox="1">
            <a:spLocks/>
          </p:cNvSpPr>
          <p:nvPr/>
        </p:nvSpPr>
        <p:spPr>
          <a:xfrm>
            <a:off x="4618533" y="1261700"/>
            <a:ext cx="3739317" cy="95407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'package:flutter/material.dart';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Text('Hello, world!');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7C621D7-5525-C2B4-6794-FD85B3D8F07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7375" y="2517776"/>
            <a:ext cx="2010474" cy="20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18110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89E504F-B80B-9749-1829-E1191BAFE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199CE73B-4A66-AC33-00F7-EE8E85E7FF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Creating a Flutter App Using Widgets (4/5)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72150E86-F947-E8F3-C6DA-46C8D76138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Add the following code: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Run (SHIFT + F10)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BFC3EC1D-B415-C699-591D-2D675FFF39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45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022BA863-ACD2-6124-59EB-70556A4969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6163EDE0-DE41-D6A1-CFFE-80AD30F509E1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36411B8E-A1BC-DEB5-92DE-E8AFA400B83F}"/>
              </a:ext>
            </a:extLst>
          </p:cNvPr>
          <p:cNvSpPr txBox="1">
            <a:spLocks/>
          </p:cNvSpPr>
          <p:nvPr/>
        </p:nvSpPr>
        <p:spPr>
          <a:xfrm>
            <a:off x="4618533" y="1261700"/>
            <a:ext cx="3739317" cy="954077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'package:flutter/material.dart';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 runApp(Text('Hello, world!'));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786CC8-AAD8-48C4-A557-08968134F0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7375" y="2517776"/>
            <a:ext cx="2010475" cy="20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003627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B6CA92E1-FA10-159E-477B-D5E0D2F01B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CB1F84AA-A686-9C17-9E56-ECC74074A38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Creating a Flutter App Using Widgets (5/5)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2BC7658E-639E-9CFE-5969-489D401A11E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3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Add the following code: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Run (SHIFT + F10)</a:t>
            </a:r>
          </a:p>
          <a:p>
            <a:pPr>
              <a:lnSpc>
                <a:spcPct val="150000"/>
              </a:lnSpc>
            </a:pPr>
            <a:endParaRPr lang="en-US" sz="1600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06C536FE-E4AC-D6DA-F46E-C99CC84757A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46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225E3941-9226-AA92-EC0B-5404A16CBA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32A8D435-BFAA-0047-E507-98FCD5D0156C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2D992E3E-55C2-6611-601D-DCAA6070D936}"/>
              </a:ext>
            </a:extLst>
          </p:cNvPr>
          <p:cNvSpPr txBox="1">
            <a:spLocks/>
          </p:cNvSpPr>
          <p:nvPr/>
        </p:nvSpPr>
        <p:spPr>
          <a:xfrm>
            <a:off x="4618533" y="1261700"/>
            <a:ext cx="3739317" cy="110796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'package:flutter/material.dart';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sz="1000" noProof="1"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runApp(Center(child: Text('Hello,world!', textDirection: TextDirection.ltr)));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AEC6973-ABAA-9435-4FB0-0F6CFAB2A8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47375" y="2517776"/>
            <a:ext cx="2010474" cy="2066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8527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97C429A3-BA23-F2CD-676F-88287BAEC5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9225164E-DE3F-1FD2-37D4-83E5AB55A7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What is a </a:t>
            </a:r>
            <a:r>
              <a:rPr lang="en-US" b="1" dirty="0" err="1"/>
              <a:t>MaterialApp</a:t>
            </a:r>
            <a:r>
              <a:rPr lang="en-US" b="1" dirty="0"/>
              <a:t> widget? (1/3)</a:t>
            </a:r>
            <a:endParaRPr lang="en-US" noProof="1"/>
          </a:p>
        </p:txBody>
      </p:sp>
      <p:sp>
        <p:nvSpPr>
          <p:cNvPr id="111" name="Google Shape;111;p17">
            <a:extLst>
              <a:ext uri="{FF2B5EF4-FFF2-40B4-BE49-F238E27FC236}">
                <a16:creationId xmlns:a16="http://schemas.microsoft.com/office/drawing/2014/main" id="{4ACA34E3-1C2F-4C51-DF3B-97A713C6F5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786150" y="1010720"/>
            <a:ext cx="7571700" cy="3573600"/>
          </a:xfrm>
          <a:prstGeom prst="rect">
            <a:avLst/>
          </a:prstGeom>
        </p:spPr>
        <p:txBody>
          <a:bodyPr spcFirstLastPara="1" wrap="square" lIns="91425" tIns="91425" rIns="91425" bIns="91425" numCol="2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noProof="1"/>
              <a:t>Starting point of your app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tells Flutter that to use Material components widgets and will follow a Material design</a:t>
            </a:r>
          </a:p>
          <a:p>
            <a:pPr>
              <a:lnSpc>
                <a:spcPct val="150000"/>
              </a:lnSpc>
            </a:pPr>
            <a:r>
              <a:rPr lang="en-US" sz="1600" noProof="1"/>
              <a:t>wraps commonly required for material design applications</a:t>
            </a:r>
          </a:p>
          <a:p>
            <a:pPr lvl="1">
              <a:lnSpc>
                <a:spcPct val="150000"/>
              </a:lnSpc>
            </a:pPr>
            <a:r>
              <a:rPr lang="en-US" sz="1600" noProof="1"/>
              <a:t>Scaffold, AppBar, Bottom navigation bars, Column, Row, Logo, Icon, Image, Raised Button, Text, and other widgets</a:t>
            </a:r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97280437-2F26-5F0C-FDC4-40BCF16D08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47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9F85F3A7-E16C-12E9-7210-E72F7D81E5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1F0BDAD3-C988-01B0-92FB-E94FB37198FA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8E2EDF1-577A-F5E5-F829-A3176AE2B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2024262"/>
            <a:ext cx="3534379" cy="2560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10929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2E4A2720-2E1E-C838-6B53-434087FA6B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5719E7C4-8F7C-6A8A-E9D3-D4F9264190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What is a </a:t>
            </a:r>
            <a:r>
              <a:rPr lang="en-US" b="1" dirty="0" err="1"/>
              <a:t>MaterialApp</a:t>
            </a:r>
            <a:r>
              <a:rPr lang="en-US" b="1" dirty="0"/>
              <a:t> widget? (2/3)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C9A71784-8E86-C6D4-179A-0E400CCB782A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48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84C26715-668B-552A-CCA1-4F0563CFD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C563C1FC-10D6-24F9-C9B7-8A1E247AE5FD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ACE03339-B740-E6B1-4515-901C6A280709}"/>
              </a:ext>
            </a:extLst>
          </p:cNvPr>
          <p:cNvSpPr txBox="1">
            <a:spLocks/>
          </p:cNvSpPr>
          <p:nvPr/>
        </p:nvSpPr>
        <p:spPr>
          <a:xfrm>
            <a:off x="786149" y="1261700"/>
            <a:ext cx="3739317" cy="2031295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'package:flutter/material.dart';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runApp(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MaterialApp(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home: Center(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  child: Text('Hello, world!', textDirection: TextDirection.ltr),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),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),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BC95EC4-F951-6B03-ACC0-3616D8047DC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35401"/>
          <a:stretch>
            <a:fillRect/>
          </a:stretch>
        </p:blipFill>
        <p:spPr>
          <a:xfrm>
            <a:off x="5855876" y="1261700"/>
            <a:ext cx="2501974" cy="332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7192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">
          <a:extLst>
            <a:ext uri="{FF2B5EF4-FFF2-40B4-BE49-F238E27FC236}">
              <a16:creationId xmlns:a16="http://schemas.microsoft.com/office/drawing/2014/main" id="{10B6F66D-A442-A792-F0B4-376BB72D2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7">
            <a:extLst>
              <a:ext uri="{FF2B5EF4-FFF2-40B4-BE49-F238E27FC236}">
                <a16:creationId xmlns:a16="http://schemas.microsoft.com/office/drawing/2014/main" id="{A3AE65A2-C98D-D9D0-AD45-AE77B83832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86150" y="308120"/>
            <a:ext cx="7571700" cy="70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b="1" dirty="0"/>
              <a:t>What is a </a:t>
            </a:r>
            <a:r>
              <a:rPr lang="en-US" b="1" dirty="0" err="1"/>
              <a:t>MaterialApp</a:t>
            </a:r>
            <a:r>
              <a:rPr lang="en-US" b="1" dirty="0"/>
              <a:t> widget? (3/3)</a:t>
            </a:r>
            <a:endParaRPr lang="en-US" noProof="1"/>
          </a:p>
        </p:txBody>
      </p:sp>
      <p:sp>
        <p:nvSpPr>
          <p:cNvPr id="112" name="Google Shape;112;p17">
            <a:extLst>
              <a:ext uri="{FF2B5EF4-FFF2-40B4-BE49-F238E27FC236}">
                <a16:creationId xmlns:a16="http://schemas.microsoft.com/office/drawing/2014/main" id="{2307E598-1E0A-AEBA-6A84-726218C50DE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49</a:t>
            </a:fld>
            <a:endParaRPr lang="en-US" noProof="1"/>
          </a:p>
        </p:txBody>
      </p:sp>
      <p:pic>
        <p:nvPicPr>
          <p:cNvPr id="4" name="Picture 3" descr="A black and blue logo&#10;&#10;AI-generated content may be incorrect.">
            <a:extLst>
              <a:ext uri="{FF2B5EF4-FFF2-40B4-BE49-F238E27FC236}">
                <a16:creationId xmlns:a16="http://schemas.microsoft.com/office/drawing/2014/main" id="{4DD58AB3-C8D6-270A-6E47-2925C8E750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5" name="Google Shape;87;p14">
            <a:extLst>
              <a:ext uri="{FF2B5EF4-FFF2-40B4-BE49-F238E27FC236}">
                <a16:creationId xmlns:a16="http://schemas.microsoft.com/office/drawing/2014/main" id="{C6A68276-D173-E673-D369-605BE1EF2D57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18CECC94-AC61-E921-D843-A0015EBA46EA}"/>
              </a:ext>
            </a:extLst>
          </p:cNvPr>
          <p:cNvSpPr txBox="1">
            <a:spLocks/>
          </p:cNvSpPr>
          <p:nvPr/>
        </p:nvSpPr>
        <p:spPr>
          <a:xfrm>
            <a:off x="786149" y="1261700"/>
            <a:ext cx="3739317" cy="3416290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spcFirstLastPara="1" wrap="square" lIns="91425" tIns="91425" rIns="91425" bIns="91425" numCol="1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556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◎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000"/>
              <a:buFont typeface="Source Sans Pro"/>
              <a:buChar char="◉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●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○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Source Sans Pro"/>
              <a:buChar char="■"/>
              <a:defRPr sz="2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import 'package:flutter/material.dart';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class HomeScreen extends StatelessWidget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const HomeScreen({super.key});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@override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Widget build(BuildContext context)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return MaterialApp(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home: Scaffold(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  appBar: AppBar(title: Text('App Bar')),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  body: Center(child: Text('Body Center')),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  ),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  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101600" indent="0">
              <a:spcBef>
                <a:spcPts val="0"/>
              </a:spcBef>
              <a:buNone/>
            </a:pPr>
            <a:endParaRPr lang="en-US" sz="1000" noProof="1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void main() {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  runApp(HomeScreen());</a:t>
            </a:r>
          </a:p>
          <a:p>
            <a:pPr marL="101600" indent="0">
              <a:spcBef>
                <a:spcPts val="0"/>
              </a:spcBef>
              <a:buNone/>
            </a:pPr>
            <a:r>
              <a:rPr lang="en-US" sz="1000" noProof="1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9D92AE4-7D35-BF85-A2AB-5E76175ACB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9285" y="1104390"/>
            <a:ext cx="1692756" cy="3479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500267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>
          <a:extLst>
            <a:ext uri="{FF2B5EF4-FFF2-40B4-BE49-F238E27FC236}">
              <a16:creationId xmlns:a16="http://schemas.microsoft.com/office/drawing/2014/main" id="{FF2BF658-1986-E186-D5E7-B0D8B8C6F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6">
            <a:extLst>
              <a:ext uri="{FF2B5EF4-FFF2-40B4-BE49-F238E27FC236}">
                <a16:creationId xmlns:a16="http://schemas.microsoft.com/office/drawing/2014/main" id="{2440A4FB-B380-52CC-55AB-06A85ADBE2FA}"/>
              </a:ext>
            </a:extLst>
          </p:cNvPr>
          <p:cNvSpPr txBox="1">
            <a:spLocks noGrp="1"/>
          </p:cNvSpPr>
          <p:nvPr>
            <p:ph type="ctrTitle" idx="4294967295"/>
          </p:nvPr>
        </p:nvSpPr>
        <p:spPr>
          <a:xfrm>
            <a:off x="685800" y="516542"/>
            <a:ext cx="7772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noProof="1"/>
              <a:t>Thanks!</a:t>
            </a:r>
          </a:p>
        </p:txBody>
      </p:sp>
      <p:sp>
        <p:nvSpPr>
          <p:cNvPr id="404" name="Google Shape;404;p36">
            <a:extLst>
              <a:ext uri="{FF2B5EF4-FFF2-40B4-BE49-F238E27FC236}">
                <a16:creationId xmlns:a16="http://schemas.microsoft.com/office/drawing/2014/main" id="{DA18D629-F80D-012A-0320-E2374C475ED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685800" y="1639913"/>
            <a:ext cx="6593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 b="1" noProof="1"/>
              <a:t>Any questions?</a:t>
            </a:r>
          </a:p>
        </p:txBody>
      </p:sp>
      <p:sp>
        <p:nvSpPr>
          <p:cNvPr id="406" name="Google Shape;406;p36">
            <a:extLst>
              <a:ext uri="{FF2B5EF4-FFF2-40B4-BE49-F238E27FC236}">
                <a16:creationId xmlns:a16="http://schemas.microsoft.com/office/drawing/2014/main" id="{8DFED906-A64F-0D6C-68FE-A4804191B4B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043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noProof="1" smtClean="0"/>
              <a:t>50</a:t>
            </a:fld>
            <a:endParaRPr lang="en-US" noProof="1"/>
          </a:p>
        </p:txBody>
      </p:sp>
      <p:pic>
        <p:nvPicPr>
          <p:cNvPr id="3" name="Picture 2" descr="A black and blue logo&#10;&#10;AI-generated content may be incorrect.">
            <a:extLst>
              <a:ext uri="{FF2B5EF4-FFF2-40B4-BE49-F238E27FC236}">
                <a16:creationId xmlns:a16="http://schemas.microsoft.com/office/drawing/2014/main" id="{B2DF0F01-A107-6281-963C-AC0E88FB8B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759" y="0"/>
            <a:ext cx="2075241" cy="457200"/>
          </a:xfrm>
          <a:prstGeom prst="rect">
            <a:avLst/>
          </a:prstGeom>
        </p:spPr>
      </p:pic>
      <p:sp>
        <p:nvSpPr>
          <p:cNvPr id="2" name="Google Shape;87;p14">
            <a:extLst>
              <a:ext uri="{FF2B5EF4-FFF2-40B4-BE49-F238E27FC236}">
                <a16:creationId xmlns:a16="http://schemas.microsoft.com/office/drawing/2014/main" id="{E14E4440-FA78-31F2-2A7A-514FDE04D1ED}"/>
              </a:ext>
            </a:extLst>
          </p:cNvPr>
          <p:cNvSpPr txBox="1">
            <a:spLocks/>
          </p:cNvSpPr>
          <p:nvPr/>
        </p:nvSpPr>
        <p:spPr>
          <a:xfrm>
            <a:off x="91440" y="4912668"/>
            <a:ext cx="148598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191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4"/>
              </a:buClr>
              <a:buSzPts val="3000"/>
              <a:buFont typeface="Source Sans Pro"/>
              <a:buChar char="◎"/>
              <a:defRPr sz="30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○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400"/>
              <a:buFont typeface="Source Sans Pro"/>
              <a:buChar char="◉"/>
              <a:defRPr sz="24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●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○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Source Sans Pro"/>
              <a:buChar char="■"/>
              <a:defRPr sz="1800" b="0" i="0" u="none" strike="noStrike" cap="none">
                <a:solidFill>
                  <a:schemeClr val="dk1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0" indent="0">
              <a:buFont typeface="Source Sans Pro"/>
              <a:buNone/>
            </a:pPr>
            <a:r>
              <a:rPr lang="en-US" sz="1000" noProof="1">
                <a:solidFill>
                  <a:schemeClr val="bg1">
                    <a:lumMod val="50000"/>
                  </a:schemeClr>
                </a:solidFill>
              </a:rPr>
              <a:t>TMA3084 (G01) 2025/2026-1</a:t>
            </a:r>
          </a:p>
        </p:txBody>
      </p:sp>
    </p:spTree>
    <p:extLst>
      <p:ext uri="{BB962C8B-B14F-4D97-AF65-F5344CB8AC3E}">
        <p14:creationId xmlns:p14="http://schemas.microsoft.com/office/powerpoint/2010/main" val="1899866376"/>
      </p:ext>
    </p:extLst>
  </p:cSld>
  <p:clrMapOvr>
    <a:masterClrMapping/>
  </p:clrMapOvr>
</p:sld>
</file>

<file path=ppt/theme/theme1.xml><?xml version="1.0" encoding="utf-8"?>
<a:theme xmlns:a="http://schemas.openxmlformats.org/drawingml/2006/main" name="Cordelia template">
  <a:themeElements>
    <a:clrScheme name="Custom 347">
      <a:dk1>
        <a:srgbClr val="263238"/>
      </a:dk1>
      <a:lt1>
        <a:srgbClr val="FFFFFF"/>
      </a:lt1>
      <a:dk2>
        <a:srgbClr val="607D8B"/>
      </a:dk2>
      <a:lt2>
        <a:srgbClr val="ECEFF1"/>
      </a:lt2>
      <a:accent1>
        <a:srgbClr val="0091EA"/>
      </a:accent1>
      <a:accent2>
        <a:srgbClr val="0053A3"/>
      </a:accent2>
      <a:accent3>
        <a:srgbClr val="607D8B"/>
      </a:accent3>
      <a:accent4>
        <a:srgbClr val="CFD8DC"/>
      </a:accent4>
      <a:accent5>
        <a:srgbClr val="ECEFF1"/>
      </a:accent5>
      <a:accent6>
        <a:srgbClr val="ACDBF8"/>
      </a:accent6>
      <a:hlink>
        <a:srgbClr val="0091EA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1653</TotalTime>
  <Words>2032</Words>
  <Application>Microsoft Office PowerPoint</Application>
  <PresentationFormat>On-screen Show (16:9)</PresentationFormat>
  <Paragraphs>341</Paragraphs>
  <Slides>50</Slides>
  <Notes>49</Notes>
  <HiddenSlides>4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Courier New</vt:lpstr>
      <vt:lpstr>Wingdings</vt:lpstr>
      <vt:lpstr>Arial</vt:lpstr>
      <vt:lpstr>Source Sans Pro</vt:lpstr>
      <vt:lpstr>Roboto Slab</vt:lpstr>
      <vt:lpstr>Cordelia template</vt:lpstr>
      <vt:lpstr>Lab 02 Lesson 04  Introduction to Flutter</vt:lpstr>
      <vt:lpstr>PowerPoint Presentation</vt:lpstr>
      <vt:lpstr>Understanding Flutter (1/2)</vt:lpstr>
      <vt:lpstr>Understanding Flutter (2/2) – Features</vt:lpstr>
      <vt:lpstr>Flutter Framework</vt:lpstr>
      <vt:lpstr>Android Studio</vt:lpstr>
      <vt:lpstr>Flutter SDK</vt:lpstr>
      <vt:lpstr>Installing and Configuring Flutter SDK</vt:lpstr>
      <vt:lpstr>Creating a New Flutter Project (1/4) Lab 4: Creating a Simple Flutter App</vt:lpstr>
      <vt:lpstr>Creating a New Flutter Project (2/4) Lab 4: Creating a Simple Flutter App</vt:lpstr>
      <vt:lpstr>Creating a New Flutter Project (3/4) Lab 4: Creating a Simple Flutter App</vt:lpstr>
      <vt:lpstr>Creating a New Flutter Project (4/4) Lab 4: Creating a Simple Flutter App</vt:lpstr>
      <vt:lpstr>Setup an Android Virtual Device (1/8)</vt:lpstr>
      <vt:lpstr>Setup an Android Virtual Device (2/8)</vt:lpstr>
      <vt:lpstr>Setup an Android Virtual Device (3/8)</vt:lpstr>
      <vt:lpstr>Setup an Android Virtual Device (4/8)</vt:lpstr>
      <vt:lpstr>Setup an Android Virtual Device (5/8)</vt:lpstr>
      <vt:lpstr>Setup an Android Virtual Device (6/8)</vt:lpstr>
      <vt:lpstr>Setup an Android Virtual Device (7/8)</vt:lpstr>
      <vt:lpstr>Setup an Android Virtual Device (8/8)</vt:lpstr>
      <vt:lpstr>Enable Hardware Virtualisation (1/4)</vt:lpstr>
      <vt:lpstr>Enable Hardware Virtualisation (2/4)</vt:lpstr>
      <vt:lpstr>Enable Hardware Virtualisation (3/4)</vt:lpstr>
      <vt:lpstr>Enable Hardware Virtualisation (4/4)</vt:lpstr>
      <vt:lpstr>Run a Flutter App (1/2)</vt:lpstr>
      <vt:lpstr>Run a Flutter App (2/2)</vt:lpstr>
      <vt:lpstr>Run a Flutter App – Hot reload</vt:lpstr>
      <vt:lpstr>Installing Flutter on Mac</vt:lpstr>
      <vt:lpstr>Test Your Flutter App on iOS Phone with Windows O.S</vt:lpstr>
      <vt:lpstr>Android Studio Sugar and Spice (1/2)</vt:lpstr>
      <vt:lpstr>Android Studio Sugar and Spice (2/2)</vt:lpstr>
      <vt:lpstr>Run your Apps on a Hardware Device (Physical Phone) (1/7)</vt:lpstr>
      <vt:lpstr>Run your Apps on a Hardware Device (Physical Phone) (2/7)</vt:lpstr>
      <vt:lpstr>Run your Apps on a Hardware Device (Physical Phone) (3/7)</vt:lpstr>
      <vt:lpstr>Run your Apps on a Hardware Device (Physical Phone) (4/7)</vt:lpstr>
      <vt:lpstr>Run your Apps on a Hardware Device (Physical Phone) (5/7)</vt:lpstr>
      <vt:lpstr>Run your Apps on a Hardware Device (Physical Phone) (6/7)</vt:lpstr>
      <vt:lpstr>Run your Apps on a Hardware Device (Physical Phone) (7/7)</vt:lpstr>
      <vt:lpstr>Emulator Debug Mode</vt:lpstr>
      <vt:lpstr>Introduction to Flutter Widgets (1/2)</vt:lpstr>
      <vt:lpstr>Introduction to Flutter Widgets (2/2)</vt:lpstr>
      <vt:lpstr>Creating a Flutter App Using Widgets (1/5)</vt:lpstr>
      <vt:lpstr>Creating a Flutter App Using Widgets (2/5)</vt:lpstr>
      <vt:lpstr>Creating a Flutter App Using Widgets (3/5)</vt:lpstr>
      <vt:lpstr>Creating a Flutter App Using Widgets (4/5)</vt:lpstr>
      <vt:lpstr>Creating a Flutter App Using Widgets (5/5)</vt:lpstr>
      <vt:lpstr>What is a MaterialApp widget? (1/3)</vt:lpstr>
      <vt:lpstr>What is a MaterialApp widget? (2/3)</vt:lpstr>
      <vt:lpstr>What is a MaterialApp widget? (3/3)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MUHAMMAD IRFAN NABYL BIN MOHAMAD YAAKUB</cp:lastModifiedBy>
  <cp:revision>11</cp:revision>
  <dcterms:modified xsi:type="dcterms:W3CDTF">2025-10-28T09:28:50Z</dcterms:modified>
</cp:coreProperties>
</file>